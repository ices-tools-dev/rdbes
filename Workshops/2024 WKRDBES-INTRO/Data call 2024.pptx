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7"/>
  </p:notesMasterIdLst>
  <p:handoutMasterIdLst>
    <p:handoutMasterId r:id="rId8"/>
  </p:handoutMasterIdLst>
  <p:sldIdLst>
    <p:sldId id="256" r:id="rId2"/>
    <p:sldId id="408" r:id="rId3"/>
    <p:sldId id="364" r:id="rId4"/>
    <p:sldId id="410" r:id="rId5"/>
    <p:sldId id="409"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3F3"/>
    <a:srgbClr val="00265A"/>
    <a:srgbClr val="73A9B9"/>
    <a:srgbClr val="EC5232"/>
    <a:srgbClr val="00A6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26" autoAdjust="0"/>
    <p:restoredTop sz="88079" autoAdjust="0"/>
  </p:normalViewPr>
  <p:slideViewPr>
    <p:cSldViewPr snapToGrid="0">
      <p:cViewPr varScale="1">
        <p:scale>
          <a:sx n="70" d="100"/>
          <a:sy n="70" d="100"/>
        </p:scale>
        <p:origin x="288" y="6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66E911-F793-4838-A7E0-22F5DC2E219F}" type="datetimeFigureOut">
              <a:rPr lang="da-DK" smtClean="0"/>
              <a:t>24-09-2024</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9DA88-E9CB-4BD6-A3AA-E9F01D61D701}" type="slidenum">
              <a:rPr lang="da-DK" smtClean="0"/>
              <a:t>‹#›</a:t>
            </a:fld>
            <a:endParaRPr lang="da-DK"/>
          </a:p>
        </p:txBody>
      </p:sp>
    </p:spTree>
    <p:extLst>
      <p:ext uri="{BB962C8B-B14F-4D97-AF65-F5344CB8AC3E}">
        <p14:creationId xmlns:p14="http://schemas.microsoft.com/office/powerpoint/2010/main" val="1386495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13728F-8162-45DA-9D2E-41AA768A9627}" type="datetimeFigureOut">
              <a:rPr lang="en-GB" smtClean="0"/>
              <a:t>24/09/2024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389040-A37A-456B-8A95-5B3C83B96160}" type="slidenum">
              <a:rPr lang="en-GB" smtClean="0"/>
              <a:t>‹#›</a:t>
            </a:fld>
            <a:endParaRPr lang="en-GB"/>
          </a:p>
        </p:txBody>
      </p:sp>
    </p:spTree>
    <p:extLst>
      <p:ext uri="{BB962C8B-B14F-4D97-AF65-F5344CB8AC3E}">
        <p14:creationId xmlns:p14="http://schemas.microsoft.com/office/powerpoint/2010/main" val="3588074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4" name="Pladsholder til tekst 13"/>
          <p:cNvSpPr>
            <a:spLocks noGrp="1"/>
          </p:cNvSpPr>
          <p:nvPr>
            <p:ph type="body" sz="quarter" idx="10" hasCustomPrompt="1"/>
          </p:nvPr>
        </p:nvSpPr>
        <p:spPr>
          <a:xfrm>
            <a:off x="638174" y="769938"/>
            <a:ext cx="9220201" cy="997730"/>
          </a:xfrm>
        </p:spPr>
        <p:txBody>
          <a:bodyPr>
            <a:noAutofit/>
          </a:bodyPr>
          <a:lstStyle>
            <a:lvl1pPr marL="0" indent="0">
              <a:buNone/>
              <a:defRPr sz="7000" baseline="0">
                <a:solidFill>
                  <a:schemeClr val="bg1"/>
                </a:solidFill>
              </a:defRPr>
            </a:lvl1pPr>
            <a:lvl2pPr>
              <a:defRPr sz="4000"/>
            </a:lvl2pPr>
            <a:lvl3pPr>
              <a:defRPr sz="4000"/>
            </a:lvl3pPr>
            <a:lvl4pPr>
              <a:defRPr sz="4000"/>
            </a:lvl4pPr>
            <a:lvl5pPr>
              <a:defRPr sz="4000"/>
            </a:lvl5pPr>
          </a:lstStyle>
          <a:p>
            <a:pPr lvl="0"/>
            <a:r>
              <a:rPr lang="da-DK" dirty="0" err="1"/>
              <a:t>Powerpoint</a:t>
            </a:r>
            <a:r>
              <a:rPr lang="da-DK" dirty="0"/>
              <a:t> </a:t>
            </a:r>
            <a:r>
              <a:rPr lang="da-DK" dirty="0" err="1"/>
              <a:t>title</a:t>
            </a:r>
            <a:endParaRPr lang="da-DK" dirty="0"/>
          </a:p>
        </p:txBody>
      </p:sp>
      <p:sp>
        <p:nvSpPr>
          <p:cNvPr id="20" name="Pladsholder til tekst 18"/>
          <p:cNvSpPr>
            <a:spLocks noGrp="1"/>
          </p:cNvSpPr>
          <p:nvPr>
            <p:ph type="body" sz="quarter" idx="12" hasCustomPrompt="1"/>
          </p:nvPr>
        </p:nvSpPr>
        <p:spPr>
          <a:xfrm>
            <a:off x="676276" y="1767668"/>
            <a:ext cx="9182100" cy="2674938"/>
          </a:xfrm>
        </p:spPr>
        <p:txBody>
          <a:bodyPr/>
          <a:lstStyle>
            <a:lvl1pPr marL="0" indent="0">
              <a:buNone/>
              <a:defRPr>
                <a:solidFill>
                  <a:schemeClr val="bg1">
                    <a:lumMod val="85000"/>
                  </a:schemeClr>
                </a:solidFill>
              </a:defRPr>
            </a:lvl1pPr>
          </a:lstStyle>
          <a:p>
            <a:pPr lvl="0"/>
            <a:r>
              <a:rPr lang="da-DK" dirty="0"/>
              <a:t>Subheader</a:t>
            </a:r>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230131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4" name="Pladsholder til tekst 13"/>
          <p:cNvSpPr>
            <a:spLocks noGrp="1"/>
          </p:cNvSpPr>
          <p:nvPr>
            <p:ph type="body" sz="quarter" idx="10" hasCustomPrompt="1"/>
          </p:nvPr>
        </p:nvSpPr>
        <p:spPr>
          <a:xfrm>
            <a:off x="638174" y="769938"/>
            <a:ext cx="9220201" cy="997730"/>
          </a:xfrm>
        </p:spPr>
        <p:txBody>
          <a:bodyPr>
            <a:noAutofit/>
          </a:bodyPr>
          <a:lstStyle>
            <a:lvl1pPr marL="0" indent="0">
              <a:buNone/>
              <a:defRPr sz="7000" baseline="0">
                <a:solidFill>
                  <a:schemeClr val="bg1"/>
                </a:solidFill>
              </a:defRPr>
            </a:lvl1pPr>
            <a:lvl2pPr>
              <a:defRPr sz="4000"/>
            </a:lvl2pPr>
            <a:lvl3pPr>
              <a:defRPr sz="4000"/>
            </a:lvl3pPr>
            <a:lvl4pPr>
              <a:defRPr sz="4000"/>
            </a:lvl4pPr>
            <a:lvl5pPr>
              <a:defRPr sz="4000"/>
            </a:lvl5pPr>
          </a:lstStyle>
          <a:p>
            <a:pPr lvl="0"/>
            <a:r>
              <a:rPr lang="da-DK" dirty="0" err="1"/>
              <a:t>Powerpoint</a:t>
            </a:r>
            <a:r>
              <a:rPr lang="da-DK" dirty="0"/>
              <a:t> </a:t>
            </a:r>
            <a:r>
              <a:rPr lang="da-DK" dirty="0" err="1"/>
              <a:t>title</a:t>
            </a:r>
            <a:endParaRPr lang="da-DK" dirty="0"/>
          </a:p>
        </p:txBody>
      </p:sp>
      <p:sp>
        <p:nvSpPr>
          <p:cNvPr id="20" name="Pladsholder til tekst 18"/>
          <p:cNvSpPr>
            <a:spLocks noGrp="1"/>
          </p:cNvSpPr>
          <p:nvPr>
            <p:ph type="body" sz="quarter" idx="12" hasCustomPrompt="1"/>
          </p:nvPr>
        </p:nvSpPr>
        <p:spPr>
          <a:xfrm>
            <a:off x="676276" y="1767668"/>
            <a:ext cx="9182100" cy="2674938"/>
          </a:xfrm>
        </p:spPr>
        <p:txBody>
          <a:bodyPr/>
          <a:lstStyle>
            <a:lvl1pPr marL="0" indent="0">
              <a:buNone/>
              <a:defRPr>
                <a:solidFill>
                  <a:schemeClr val="bg1">
                    <a:lumMod val="85000"/>
                  </a:schemeClr>
                </a:solidFill>
              </a:defRPr>
            </a:lvl1pPr>
          </a:lstStyle>
          <a:p>
            <a:pPr lvl="0"/>
            <a:r>
              <a:rPr lang="da-DK" dirty="0"/>
              <a:t>Subheader</a:t>
            </a:r>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80280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Billed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6" name="Billed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0" hasCustomPrompt="1"/>
          </p:nvPr>
        </p:nvSpPr>
        <p:spPr>
          <a:xfrm>
            <a:off x="680720" y="1534160"/>
            <a:ext cx="10749280" cy="462280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r>
              <a:rPr lang="da-DK" dirty="0"/>
              <a:t> es </a:t>
            </a:r>
            <a:r>
              <a:rPr lang="da-DK" dirty="0" err="1"/>
              <a:t>quid</a:t>
            </a:r>
            <a:r>
              <a:rPr lang="da-DK" dirty="0"/>
              <a:t> </a:t>
            </a:r>
            <a:r>
              <a:rPr lang="da-DK" dirty="0" err="1"/>
              <a:t>utaturibus</a:t>
            </a:r>
            <a:r>
              <a:rPr lang="da-DK" dirty="0"/>
              <a:t> </a:t>
            </a:r>
            <a:r>
              <a:rPr lang="da-DK" dirty="0" err="1"/>
              <a:t>eum</a:t>
            </a:r>
            <a:r>
              <a:rPr lang="da-DK" dirty="0"/>
              <a:t> </a:t>
            </a:r>
            <a:r>
              <a:rPr lang="da-DK" dirty="0" err="1"/>
              <a:t>voleseque</a:t>
            </a:r>
            <a:r>
              <a:rPr lang="da-DK" dirty="0"/>
              <a:t> </a:t>
            </a:r>
            <a:r>
              <a:rPr lang="da-DK" dirty="0" err="1"/>
              <a:t>landell</a:t>
            </a:r>
            <a:r>
              <a:rPr lang="da-DK" dirty="0"/>
              <a:t> </a:t>
            </a:r>
            <a:r>
              <a:rPr lang="da-DK" dirty="0" err="1"/>
              <a:t>ectur</a:t>
            </a:r>
            <a:r>
              <a:rPr lang="da-DK" dirty="0"/>
              <a:t>? </a:t>
            </a:r>
            <a:r>
              <a:rPr lang="da-DK" dirty="0" err="1"/>
              <a:t>Qui</a:t>
            </a:r>
            <a:r>
              <a:rPr lang="da-DK" dirty="0"/>
              <a:t> </a:t>
            </a:r>
            <a:r>
              <a:rPr lang="da-DK" dirty="0" err="1"/>
              <a:t>nullandi</a:t>
            </a:r>
            <a:r>
              <a:rPr lang="da-DK" dirty="0"/>
              <a:t> dis et </a:t>
            </a:r>
            <a:r>
              <a:rPr lang="da-DK" dirty="0" err="1"/>
              <a:t>que</a:t>
            </a:r>
            <a:r>
              <a:rPr lang="da-DK" dirty="0"/>
              <a:t> </a:t>
            </a:r>
            <a:r>
              <a:rPr lang="da-DK" dirty="0" err="1"/>
              <a:t>perum</a:t>
            </a:r>
            <a:r>
              <a:rPr lang="da-DK" dirty="0"/>
              <a:t> </a:t>
            </a:r>
            <a:r>
              <a:rPr lang="da-DK" dirty="0" err="1"/>
              <a:t>rectusae</a:t>
            </a:r>
            <a:r>
              <a:rPr lang="da-DK" dirty="0"/>
              <a:t> et </a:t>
            </a:r>
            <a:r>
              <a:rPr lang="da-DK" dirty="0" err="1"/>
              <a:t>aditas</a:t>
            </a:r>
            <a:r>
              <a:rPr lang="da-DK" dirty="0"/>
              <a:t> </a:t>
            </a:r>
            <a:r>
              <a:rPr lang="da-DK" dirty="0" err="1"/>
              <a:t>dolor</a:t>
            </a:r>
            <a:r>
              <a:rPr lang="da-DK" dirty="0"/>
              <a:t> </a:t>
            </a:r>
            <a:r>
              <a:rPr lang="da-DK" dirty="0" err="1"/>
              <a:t>ant</a:t>
            </a:r>
            <a:r>
              <a:rPr lang="da-DK" dirty="0"/>
              <a:t> </a:t>
            </a:r>
            <a:r>
              <a:rPr lang="da-DK" dirty="0" err="1"/>
              <a:t>liquunt</a:t>
            </a:r>
            <a:r>
              <a:rPr lang="da-DK" dirty="0"/>
              <a:t> fuga. </a:t>
            </a:r>
            <a:r>
              <a:rPr lang="da-DK" dirty="0" err="1"/>
              <a:t>Itat</a:t>
            </a:r>
            <a:r>
              <a:rPr lang="da-DK" dirty="0"/>
              <a:t> </a:t>
            </a:r>
            <a:r>
              <a:rPr lang="da-DK" dirty="0" err="1"/>
              <a:t>earchilis</a:t>
            </a:r>
            <a:r>
              <a:rPr lang="da-DK" dirty="0"/>
              <a:t> </a:t>
            </a:r>
            <a:r>
              <a:rPr lang="da-DK" dirty="0" err="1"/>
              <a:t>accuptat</a:t>
            </a:r>
            <a:r>
              <a:rPr lang="da-DK" dirty="0"/>
              <a:t>.</a:t>
            </a:r>
          </a:p>
          <a:p>
            <a:r>
              <a:rPr lang="da-DK" dirty="0" err="1"/>
              <a:t>Ebis</a:t>
            </a:r>
            <a:r>
              <a:rPr lang="da-DK" dirty="0"/>
              <a:t> </a:t>
            </a:r>
            <a:r>
              <a:rPr lang="da-DK" dirty="0" err="1"/>
              <a:t>evelest</a:t>
            </a:r>
            <a:r>
              <a:rPr lang="da-DK" dirty="0"/>
              <a:t> et res rest </a:t>
            </a:r>
            <a:r>
              <a:rPr lang="da-DK" dirty="0" err="1"/>
              <a:t>que</a:t>
            </a:r>
            <a:r>
              <a:rPr lang="da-DK" dirty="0"/>
              <a:t> </a:t>
            </a:r>
            <a:r>
              <a:rPr lang="da-DK" dirty="0" err="1"/>
              <a:t>conserum</a:t>
            </a:r>
            <a:r>
              <a:rPr lang="da-DK" dirty="0"/>
              <a:t> </a:t>
            </a:r>
            <a:r>
              <a:rPr lang="da-DK" dirty="0" err="1"/>
              <a:t>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asdm</a:t>
            </a:r>
            <a:r>
              <a:rPr lang="da-DK" dirty="0"/>
              <a:t>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r>
              <a:rPr lang="da-DK" dirty="0"/>
              <a:t> es </a:t>
            </a:r>
            <a:r>
              <a:rPr lang="da-DK" dirty="0" err="1"/>
              <a:t>quid</a:t>
            </a:r>
            <a:r>
              <a:rPr lang="da-DK" dirty="0"/>
              <a:t> </a:t>
            </a:r>
            <a:r>
              <a:rPr lang="da-DK" dirty="0" err="1"/>
              <a:t>utaturibus</a:t>
            </a:r>
            <a:r>
              <a:rPr lang="da-DK" dirty="0"/>
              <a:t> </a:t>
            </a:r>
            <a:r>
              <a:rPr lang="da-DK" dirty="0" err="1"/>
              <a:t>eum</a:t>
            </a:r>
            <a:r>
              <a:rPr lang="da-DK" dirty="0"/>
              <a:t> </a:t>
            </a:r>
            <a:r>
              <a:rPr lang="da-DK" dirty="0" err="1"/>
              <a:t>voleseque</a:t>
            </a:r>
            <a:r>
              <a:rPr lang="da-DK" dirty="0"/>
              <a:t> </a:t>
            </a:r>
            <a:r>
              <a:rPr lang="da-DK" dirty="0" err="1"/>
              <a:t>landell</a:t>
            </a:r>
            <a:r>
              <a:rPr lang="da-DK" dirty="0"/>
              <a:t> </a:t>
            </a:r>
            <a:r>
              <a:rPr lang="da-DK" dirty="0" err="1"/>
              <a:t>ectur</a:t>
            </a:r>
            <a:r>
              <a:rPr lang="da-DK" dirty="0"/>
              <a:t>? </a:t>
            </a:r>
            <a:r>
              <a:rPr lang="da-DK" dirty="0" err="1"/>
              <a:t>Qui</a:t>
            </a:r>
            <a:r>
              <a:rPr lang="da-DK" dirty="0"/>
              <a:t> </a:t>
            </a:r>
            <a:r>
              <a:rPr lang="da-DK" dirty="0" err="1"/>
              <a:t>nullandi</a:t>
            </a:r>
            <a:r>
              <a:rPr lang="da-DK" dirty="0"/>
              <a:t> dis et </a:t>
            </a:r>
            <a:r>
              <a:rPr lang="da-DK" dirty="0" err="1"/>
              <a:t>que</a:t>
            </a:r>
            <a:r>
              <a:rPr lang="da-DK" dirty="0"/>
              <a:t> </a:t>
            </a:r>
            <a:r>
              <a:rPr lang="da-DK" dirty="0" err="1"/>
              <a:t>perum</a:t>
            </a:r>
            <a:r>
              <a:rPr lang="da-DK" dirty="0"/>
              <a:t> </a:t>
            </a:r>
            <a:r>
              <a:rPr lang="da-DK" dirty="0" err="1"/>
              <a:t>rectusae</a:t>
            </a:r>
            <a:r>
              <a:rPr lang="da-DK" dirty="0"/>
              <a:t> et </a:t>
            </a:r>
            <a:r>
              <a:rPr lang="da-DK" dirty="0" err="1"/>
              <a:t>aditas</a:t>
            </a:r>
            <a:r>
              <a:rPr lang="da-DK" dirty="0"/>
              <a:t> </a:t>
            </a:r>
            <a:r>
              <a:rPr lang="da-DK" dirty="0" err="1"/>
              <a:t>dolor</a:t>
            </a:r>
            <a:r>
              <a:rPr lang="da-DK" dirty="0"/>
              <a:t> </a:t>
            </a:r>
            <a:r>
              <a:rPr lang="da-DK" dirty="0" err="1"/>
              <a:t>ant</a:t>
            </a:r>
            <a:r>
              <a:rPr lang="da-DK" dirty="0"/>
              <a:t> </a:t>
            </a:r>
            <a:r>
              <a:rPr lang="da-DK" dirty="0" err="1"/>
              <a:t>liquunt</a:t>
            </a:r>
            <a:r>
              <a:rPr lang="da-DK" dirty="0"/>
              <a:t> fuga. </a:t>
            </a:r>
            <a:r>
              <a:rPr lang="da-DK" dirty="0" err="1"/>
              <a:t>Itat</a:t>
            </a:r>
            <a:r>
              <a:rPr lang="da-DK" dirty="0"/>
              <a:t> </a:t>
            </a:r>
            <a:r>
              <a:rPr lang="da-DK" dirty="0" err="1"/>
              <a:t>earchilis</a:t>
            </a:r>
            <a:r>
              <a:rPr lang="da-DK" dirty="0"/>
              <a:t> </a:t>
            </a:r>
            <a:r>
              <a:rPr lang="da-DK" dirty="0" err="1"/>
              <a:t>accuptat</a:t>
            </a:r>
            <a:r>
              <a:rPr lang="da-DK" dirty="0"/>
              <a:t>.</a:t>
            </a:r>
          </a:p>
          <a:p>
            <a:r>
              <a:rPr lang="da-DK" dirty="0" err="1"/>
              <a:t>Ebis</a:t>
            </a:r>
            <a:r>
              <a:rPr lang="da-DK" dirty="0"/>
              <a:t> </a:t>
            </a:r>
            <a:r>
              <a:rPr lang="da-DK" dirty="0" err="1"/>
              <a:t>evelest</a:t>
            </a:r>
            <a:r>
              <a:rPr lang="da-DK" dirty="0"/>
              <a:t> et res rest </a:t>
            </a:r>
            <a:r>
              <a:rPr lang="da-DK" dirty="0" err="1"/>
              <a:t>que</a:t>
            </a:r>
            <a:r>
              <a:rPr lang="da-DK" dirty="0"/>
              <a:t> </a:t>
            </a:r>
            <a:r>
              <a:rPr lang="da-DK" dirty="0" err="1"/>
              <a:t>conserum</a:t>
            </a:r>
            <a:r>
              <a:rPr lang="da-DK" dirty="0"/>
              <a:t> </a:t>
            </a:r>
            <a:r>
              <a:rPr lang="da-DK" dirty="0" err="1"/>
              <a:t>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asdlautaectem</a:t>
            </a:r>
            <a:r>
              <a:rPr lang="da-DK" dirty="0"/>
              <a:t> </a:t>
            </a:r>
            <a:r>
              <a:rPr lang="da-DK" dirty="0" err="1"/>
              <a:t>volorpo</a:t>
            </a:r>
            <a:r>
              <a:rPr lang="da-DK" dirty="0"/>
              <a:t> </a:t>
            </a:r>
            <a:r>
              <a:rPr lang="da-DK" dirty="0" err="1"/>
              <a:t>remporrum</a:t>
            </a:r>
            <a:r>
              <a:rPr lang="da-DK" dirty="0"/>
              <a:t> </a:t>
            </a:r>
            <a:r>
              <a:rPr lang="da-DK" dirty="0" err="1"/>
              <a:t>velloru</a:t>
            </a:r>
            <a:r>
              <a:rPr lang="da-DK" dirty="0"/>
              <a:t> </a:t>
            </a:r>
            <a:r>
              <a:rPr lang="da-DK" dirty="0" err="1"/>
              <a:t>ptatquia</a:t>
            </a:r>
            <a:r>
              <a:rPr lang="da-DK" dirty="0"/>
              <a:t> </a:t>
            </a:r>
            <a:r>
              <a:rPr lang="da-DK" dirty="0" err="1"/>
              <a:t>conserum</a:t>
            </a:r>
            <a:r>
              <a:rPr lang="da-DK" dirty="0"/>
              <a:t> </a:t>
            </a:r>
            <a:r>
              <a:rPr lang="da-DK" dirty="0" err="1"/>
              <a:t>velignis</a:t>
            </a:r>
            <a:r>
              <a:rPr lang="da-DK" dirty="0"/>
              <a:t> </a:t>
            </a:r>
            <a:r>
              <a:rPr lang="da-DK" dirty="0" err="1"/>
              <a:t>alique</a:t>
            </a:r>
            <a:r>
              <a:rPr lang="da-DK" dirty="0"/>
              <a:t> </a:t>
            </a:r>
            <a:r>
              <a:rPr lang="da-DK" dirty="0" err="1"/>
              <a:t>volupta</a:t>
            </a:r>
            <a:r>
              <a:rPr lang="da-DK" dirty="0"/>
              <a:t> </a:t>
            </a:r>
            <a:r>
              <a:rPr lang="da-DK" dirty="0" err="1"/>
              <a:t>tiusam</a:t>
            </a:r>
            <a:r>
              <a:rPr lang="da-DK" dirty="0"/>
              <a:t> sin nus, quos nitatur? </a:t>
            </a:r>
            <a:r>
              <a:rPr lang="da-DK" dirty="0" err="1"/>
              <a:t>Qui</a:t>
            </a:r>
            <a:r>
              <a:rPr lang="da-DK" dirty="0"/>
              <a:t> </a:t>
            </a:r>
            <a:r>
              <a:rPr lang="da-DK" dirty="0" err="1"/>
              <a:t>quis</a:t>
            </a:r>
            <a:r>
              <a:rPr lang="da-DK" dirty="0"/>
              <a:t> </a:t>
            </a:r>
            <a:r>
              <a:rPr lang="da-DK" dirty="0" err="1"/>
              <a:t>dolorem</a:t>
            </a:r>
            <a:r>
              <a:rPr lang="da-DK" dirty="0"/>
              <a:t> ea </a:t>
            </a:r>
            <a:r>
              <a:rPr lang="da-DK" dirty="0" err="1"/>
              <a:t>delasd</a:t>
            </a:r>
            <a:r>
              <a:rPr lang="da-DK" dirty="0"/>
              <a:t> </a:t>
            </a:r>
            <a:r>
              <a:rPr lang="da-DK" dirty="0" err="1"/>
              <a:t>asd</a:t>
            </a:r>
            <a:r>
              <a:rPr lang="da-DK" dirty="0"/>
              <a:t>.</a:t>
            </a:r>
          </a:p>
        </p:txBody>
      </p:sp>
    </p:spTree>
    <p:extLst>
      <p:ext uri="{BB962C8B-B14F-4D97-AF65-F5344CB8AC3E}">
        <p14:creationId xmlns:p14="http://schemas.microsoft.com/office/powerpoint/2010/main" val="77080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objects - Blue">
    <p:spTree>
      <p:nvGrpSpPr>
        <p:cNvPr id="1" name=""/>
        <p:cNvGrpSpPr/>
        <p:nvPr/>
      </p:nvGrpSpPr>
      <p:grpSpPr>
        <a:xfrm>
          <a:off x="0" y="0"/>
          <a:ext cx="0" cy="0"/>
          <a:chOff x="0" y="0"/>
          <a:chExt cx="0" cy="0"/>
        </a:xfrm>
      </p:grpSpPr>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9" name="Rektangel 8"/>
          <p:cNvSpPr/>
          <p:nvPr userDrawn="1"/>
        </p:nvSpPr>
        <p:spPr>
          <a:xfrm>
            <a:off x="-1" y="6296025"/>
            <a:ext cx="12192001" cy="561975"/>
          </a:xfrm>
          <a:prstGeom prst="rect">
            <a:avLst/>
          </a:prstGeom>
          <a:solidFill>
            <a:srgbClr val="002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12" name="Billed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3"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1995038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objects - Orange">
    <p:spTree>
      <p:nvGrpSpPr>
        <p:cNvPr id="1" name=""/>
        <p:cNvGrpSpPr/>
        <p:nvPr/>
      </p:nvGrpSpPr>
      <p:grpSpPr>
        <a:xfrm>
          <a:off x="0" y="0"/>
          <a:ext cx="0" cy="0"/>
          <a:chOff x="0" y="0"/>
          <a:chExt cx="0" cy="0"/>
        </a:xfrm>
      </p:grpSpPr>
      <p:sp>
        <p:nvSpPr>
          <p:cNvPr id="12" name="Rektangel 11"/>
          <p:cNvSpPr/>
          <p:nvPr userDrawn="1"/>
        </p:nvSpPr>
        <p:spPr>
          <a:xfrm>
            <a:off x="-1" y="6296025"/>
            <a:ext cx="12192001" cy="561975"/>
          </a:xfrm>
          <a:prstGeom prst="rect">
            <a:avLst/>
          </a:prstGeom>
          <a:solidFill>
            <a:srgbClr val="EC5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1725370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objects - Turquoise">
    <p:spTree>
      <p:nvGrpSpPr>
        <p:cNvPr id="1" name=""/>
        <p:cNvGrpSpPr/>
        <p:nvPr/>
      </p:nvGrpSpPr>
      <p:grpSpPr>
        <a:xfrm>
          <a:off x="0" y="0"/>
          <a:ext cx="0" cy="0"/>
          <a:chOff x="0" y="0"/>
          <a:chExt cx="0" cy="0"/>
        </a:xfrm>
      </p:grpSpPr>
      <p:sp>
        <p:nvSpPr>
          <p:cNvPr id="12" name="Rektangel 11"/>
          <p:cNvSpPr/>
          <p:nvPr userDrawn="1"/>
        </p:nvSpPr>
        <p:spPr>
          <a:xfrm>
            <a:off x="-1" y="6296025"/>
            <a:ext cx="12192001" cy="561975"/>
          </a:xfrm>
          <a:prstGeom prst="rect">
            <a:avLst/>
          </a:prstGeom>
          <a:solidFill>
            <a:srgbClr val="00A6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Pladsholder til indhold 3"/>
          <p:cNvSpPr>
            <a:spLocks noGrp="1"/>
          </p:cNvSpPr>
          <p:nvPr>
            <p:ph sz="half" idx="2"/>
          </p:nvPr>
        </p:nvSpPr>
        <p:spPr>
          <a:xfrm>
            <a:off x="5810249" y="1825625"/>
            <a:ext cx="5600700" cy="3739133"/>
          </a:xfrm>
          <a:blipFill>
            <a:blip r:embed="rId2"/>
            <a:stretch>
              <a:fillRect/>
            </a:stretch>
          </a:blipFill>
        </p:spPr>
        <p:txBody>
          <a:bodyPr/>
          <a:lstStyle/>
          <a:p>
            <a:pPr lvl="0"/>
            <a:r>
              <a:rPr lang="en-US"/>
              <a:t>Click to edit Master text styles</a:t>
            </a:r>
          </a:p>
        </p:txBody>
      </p:sp>
      <p:pic>
        <p:nvPicPr>
          <p:cNvPr id="8" name="Billed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11"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10" name="Pladsholder til indhold 4"/>
          <p:cNvSpPr>
            <a:spLocks noGrp="1"/>
          </p:cNvSpPr>
          <p:nvPr>
            <p:ph sz="quarter" idx="11" hasCustomPrompt="1"/>
          </p:nvPr>
        </p:nvSpPr>
        <p:spPr>
          <a:xfrm>
            <a:off x="680720" y="1818640"/>
            <a:ext cx="3759200" cy="4338321"/>
          </a:xfrm>
        </p:spPr>
        <p:txBody>
          <a:bodyPr>
            <a:normAutofit/>
          </a:bodyPr>
          <a:lstStyle>
            <a:lvl1pPr>
              <a:defRPr sz="1300"/>
            </a:lvl1pPr>
          </a:lstStyle>
          <a:p>
            <a:r>
              <a:rPr lang="da-DK" dirty="0" err="1"/>
              <a:t>Aperibuscimod</a:t>
            </a:r>
            <a:r>
              <a:rPr lang="da-DK" dirty="0"/>
              <a:t> </a:t>
            </a:r>
            <a:r>
              <a:rPr lang="da-DK" dirty="0" err="1"/>
              <a:t>quatem</a:t>
            </a:r>
            <a:r>
              <a:rPr lang="da-DK" dirty="0"/>
              <a:t> lam </a:t>
            </a:r>
            <a:r>
              <a:rPr lang="da-DK" dirty="0" err="1"/>
              <a:t>faccullabor</a:t>
            </a:r>
            <a:r>
              <a:rPr lang="da-DK" dirty="0"/>
              <a:t> re </a:t>
            </a:r>
            <a:r>
              <a:rPr lang="da-DK" dirty="0" err="1"/>
              <a:t>quidit</a:t>
            </a:r>
            <a:r>
              <a:rPr lang="da-DK" dirty="0"/>
              <a:t> </a:t>
            </a:r>
            <a:r>
              <a:rPr lang="da-DK" dirty="0" err="1"/>
              <a:t>dolo</a:t>
            </a:r>
            <a:r>
              <a:rPr lang="da-DK" dirty="0"/>
              <a:t> </a:t>
            </a:r>
            <a:r>
              <a:rPr lang="da-DK" dirty="0" err="1"/>
              <a:t>quas</a:t>
            </a:r>
            <a:r>
              <a:rPr lang="da-DK" dirty="0"/>
              <a:t> ea nos et la </a:t>
            </a:r>
            <a:r>
              <a:rPr lang="da-DK" dirty="0" err="1"/>
              <a:t>velenim</a:t>
            </a:r>
            <a:r>
              <a:rPr lang="da-DK" dirty="0"/>
              <a:t> </a:t>
            </a:r>
            <a:r>
              <a:rPr lang="da-DK" dirty="0" err="1"/>
              <a:t>aximus</a:t>
            </a:r>
            <a:r>
              <a:rPr lang="da-DK" dirty="0"/>
              <a:t>, </a:t>
            </a:r>
            <a:r>
              <a:rPr lang="da-DK" dirty="0" err="1"/>
              <a:t>commosantur</a:t>
            </a:r>
            <a:r>
              <a:rPr lang="da-DK" dirty="0"/>
              <a:t>?</a:t>
            </a:r>
          </a:p>
          <a:p>
            <a:r>
              <a:rPr lang="da-DK" dirty="0" err="1"/>
              <a:t>Harios</a:t>
            </a:r>
            <a:r>
              <a:rPr lang="da-DK" dirty="0"/>
              <a:t> </a:t>
            </a:r>
            <a:r>
              <a:rPr lang="da-DK" dirty="0" err="1"/>
              <a:t>dollabo</a:t>
            </a:r>
            <a:r>
              <a:rPr lang="da-DK" dirty="0"/>
              <a:t>. Nam </a:t>
            </a:r>
            <a:r>
              <a:rPr lang="da-DK" dirty="0" err="1"/>
              <a:t>quis</a:t>
            </a:r>
            <a:r>
              <a:rPr lang="da-DK" dirty="0"/>
              <a:t> </a:t>
            </a:r>
            <a:r>
              <a:rPr lang="da-DK" dirty="0" err="1"/>
              <a:t>mollacc</a:t>
            </a:r>
            <a:r>
              <a:rPr lang="da-DK" dirty="0"/>
              <a:t> </a:t>
            </a:r>
            <a:r>
              <a:rPr lang="da-DK" dirty="0" err="1"/>
              <a:t>usapic</a:t>
            </a:r>
            <a:r>
              <a:rPr lang="da-DK" dirty="0"/>
              <a:t> to od et, </a:t>
            </a:r>
            <a:r>
              <a:rPr lang="da-DK" dirty="0" err="1"/>
              <a:t>que</a:t>
            </a:r>
            <a:r>
              <a:rPr lang="da-DK" dirty="0"/>
              <a:t> et </a:t>
            </a:r>
            <a:r>
              <a:rPr lang="da-DK" dirty="0" err="1"/>
              <a:t>aperore</a:t>
            </a:r>
            <a:r>
              <a:rPr lang="da-DK" dirty="0"/>
              <a:t>, </a:t>
            </a:r>
            <a:r>
              <a:rPr lang="da-DK" dirty="0" err="1"/>
              <a:t>cusandi</a:t>
            </a:r>
            <a:r>
              <a:rPr lang="da-DK" dirty="0"/>
              <a:t> </a:t>
            </a:r>
            <a:r>
              <a:rPr lang="da-DK" dirty="0" err="1"/>
              <a:t>aut</a:t>
            </a:r>
            <a:r>
              <a:rPr lang="da-DK" dirty="0"/>
              <a:t> </a:t>
            </a:r>
            <a:r>
              <a:rPr lang="da-DK" dirty="0" err="1"/>
              <a:t>pelicii</a:t>
            </a:r>
            <a:r>
              <a:rPr lang="da-DK" dirty="0"/>
              <a:t> </a:t>
            </a:r>
            <a:r>
              <a:rPr lang="da-DK" dirty="0" err="1"/>
              <a:t>stotam</a:t>
            </a:r>
            <a:r>
              <a:rPr lang="da-DK" dirty="0"/>
              <a:t> </a:t>
            </a:r>
            <a:r>
              <a:rPr lang="da-DK" dirty="0" err="1"/>
              <a:t>disciis</a:t>
            </a:r>
            <a:r>
              <a:rPr lang="da-DK" dirty="0"/>
              <a:t> si te pa </a:t>
            </a:r>
            <a:r>
              <a:rPr lang="da-DK" dirty="0" err="1"/>
              <a:t>voles</a:t>
            </a:r>
            <a:r>
              <a:rPr lang="da-DK" dirty="0"/>
              <a:t> </a:t>
            </a:r>
            <a:r>
              <a:rPr lang="da-DK" dirty="0" err="1"/>
              <a:t>esendi</a:t>
            </a:r>
            <a:r>
              <a:rPr lang="da-DK" dirty="0"/>
              <a:t> </a:t>
            </a:r>
            <a:r>
              <a:rPr lang="da-DK" dirty="0" err="1"/>
              <a:t>volupiet</a:t>
            </a:r>
            <a:r>
              <a:rPr lang="da-DK" dirty="0"/>
              <a:t> </a:t>
            </a:r>
            <a:r>
              <a:rPr lang="da-DK" dirty="0" err="1"/>
              <a:t>omnis</a:t>
            </a:r>
            <a:r>
              <a:rPr lang="da-DK" dirty="0"/>
              <a:t> </a:t>
            </a:r>
            <a:r>
              <a:rPr lang="da-DK" dirty="0" err="1"/>
              <a:t>enihili</a:t>
            </a:r>
            <a:r>
              <a:rPr lang="da-DK" dirty="0"/>
              <a:t> </a:t>
            </a:r>
            <a:r>
              <a:rPr lang="da-DK" dirty="0" err="1"/>
              <a:t>tatiandam</a:t>
            </a:r>
            <a:r>
              <a:rPr lang="da-DK" dirty="0"/>
              <a:t> et </a:t>
            </a:r>
            <a:r>
              <a:rPr lang="da-DK" dirty="0" err="1"/>
              <a:t>hari</a:t>
            </a:r>
            <a:r>
              <a:rPr lang="da-DK" dirty="0"/>
              <a:t> </a:t>
            </a:r>
            <a:r>
              <a:rPr lang="da-DK" dirty="0" err="1"/>
              <a:t>ate</a:t>
            </a:r>
            <a:r>
              <a:rPr lang="da-DK" dirty="0"/>
              <a:t> </a:t>
            </a:r>
            <a:r>
              <a:rPr lang="da-DK" dirty="0" err="1"/>
              <a:t>aut</a:t>
            </a:r>
            <a:r>
              <a:rPr lang="da-DK" dirty="0"/>
              <a:t> re peribus et </a:t>
            </a:r>
            <a:r>
              <a:rPr lang="da-DK" dirty="0" err="1"/>
              <a:t>ellabo</a:t>
            </a:r>
            <a:r>
              <a:rPr lang="da-DK" dirty="0"/>
              <a:t>. </a:t>
            </a:r>
            <a:r>
              <a:rPr lang="da-DK" dirty="0" err="1"/>
              <a:t>Um</a:t>
            </a:r>
            <a:r>
              <a:rPr lang="da-DK" dirty="0"/>
              <a:t> </a:t>
            </a:r>
            <a:r>
              <a:rPr lang="da-DK" dirty="0" err="1"/>
              <a:t>quat</a:t>
            </a:r>
            <a:r>
              <a:rPr lang="da-DK" dirty="0"/>
              <a:t>.</a:t>
            </a:r>
          </a:p>
          <a:p>
            <a:r>
              <a:rPr lang="da-DK" dirty="0" err="1"/>
              <a:t>Beaquamus</a:t>
            </a:r>
            <a:r>
              <a:rPr lang="da-DK" dirty="0"/>
              <a:t> </a:t>
            </a:r>
            <a:r>
              <a:rPr lang="da-DK" dirty="0" err="1"/>
              <a:t>quasin</a:t>
            </a:r>
            <a:r>
              <a:rPr lang="da-DK" dirty="0"/>
              <a:t> </a:t>
            </a:r>
            <a:r>
              <a:rPr lang="da-DK" dirty="0" err="1"/>
              <a:t>conseque</a:t>
            </a:r>
            <a:r>
              <a:rPr lang="da-DK" dirty="0"/>
              <a:t> </a:t>
            </a:r>
            <a:r>
              <a:rPr lang="da-DK" dirty="0" err="1"/>
              <a:t>commod</a:t>
            </a:r>
            <a:r>
              <a:rPr lang="da-DK" dirty="0"/>
              <a:t> </a:t>
            </a:r>
            <a:r>
              <a:rPr lang="da-DK" dirty="0" err="1"/>
              <a:t>quamenistrum</a:t>
            </a:r>
            <a:r>
              <a:rPr lang="da-DK" dirty="0"/>
              <a:t> </a:t>
            </a:r>
            <a:r>
              <a:rPr lang="da-DK" dirty="0" err="1"/>
              <a:t>ipsunto</a:t>
            </a:r>
            <a:r>
              <a:rPr lang="da-DK" dirty="0"/>
              <a:t> te </a:t>
            </a:r>
            <a:r>
              <a:rPr lang="da-DK" dirty="0" err="1"/>
              <a:t>volum</a:t>
            </a:r>
            <a:r>
              <a:rPr lang="da-DK" dirty="0"/>
              <a:t> re </a:t>
            </a:r>
            <a:r>
              <a:rPr lang="da-DK" dirty="0" err="1"/>
              <a:t>omnimpo</a:t>
            </a:r>
            <a:r>
              <a:rPr lang="da-DK" dirty="0"/>
              <a:t> </a:t>
            </a:r>
            <a:r>
              <a:rPr lang="da-DK" dirty="0" err="1"/>
              <a:t>reiciae</a:t>
            </a:r>
            <a:r>
              <a:rPr lang="da-DK" dirty="0"/>
              <a:t> </a:t>
            </a:r>
            <a:r>
              <a:rPr lang="da-DK" dirty="0" err="1"/>
              <a:t>ctiandi</a:t>
            </a:r>
            <a:r>
              <a:rPr lang="da-DK" dirty="0"/>
              <a:t> </a:t>
            </a:r>
            <a:r>
              <a:rPr lang="da-DK" dirty="0" err="1"/>
              <a:t>tatem</a:t>
            </a:r>
            <a:r>
              <a:rPr lang="da-DK" dirty="0"/>
              <a:t>. </a:t>
            </a:r>
            <a:r>
              <a:rPr lang="da-DK" dirty="0" err="1"/>
              <a:t>Olupiendis</a:t>
            </a:r>
            <a:r>
              <a:rPr lang="da-DK" dirty="0"/>
              <a:t> a </a:t>
            </a:r>
            <a:r>
              <a:rPr lang="da-DK" dirty="0" err="1"/>
              <a:t>parum</a:t>
            </a:r>
            <a:r>
              <a:rPr lang="da-DK" dirty="0"/>
              <a:t> </a:t>
            </a:r>
            <a:r>
              <a:rPr lang="da-DK" dirty="0" err="1"/>
              <a:t>eum</a:t>
            </a:r>
            <a:r>
              <a:rPr lang="da-DK" dirty="0"/>
              <a:t> </a:t>
            </a:r>
            <a:r>
              <a:rPr lang="da-DK" dirty="0" err="1"/>
              <a:t>inum</a:t>
            </a:r>
            <a:r>
              <a:rPr lang="da-DK" dirty="0"/>
              <a:t> </a:t>
            </a:r>
            <a:r>
              <a:rPr lang="da-DK" dirty="0" err="1"/>
              <a:t>quae</a:t>
            </a:r>
            <a:r>
              <a:rPr lang="da-DK" dirty="0"/>
              <a:t> ex et </a:t>
            </a:r>
            <a:r>
              <a:rPr lang="da-DK" dirty="0" err="1"/>
              <a:t>et</a:t>
            </a:r>
            <a:r>
              <a:rPr lang="da-DK" dirty="0"/>
              <a:t> </a:t>
            </a:r>
            <a:r>
              <a:rPr lang="da-DK" dirty="0" err="1"/>
              <a:t>dendis</a:t>
            </a:r>
            <a:r>
              <a:rPr lang="da-DK" dirty="0"/>
              <a:t> </a:t>
            </a:r>
            <a:r>
              <a:rPr lang="da-DK" dirty="0" err="1"/>
              <a:t>doluptatibus</a:t>
            </a:r>
            <a:r>
              <a:rPr lang="da-DK" dirty="0"/>
              <a:t> </a:t>
            </a:r>
            <a:r>
              <a:rPr lang="da-DK" dirty="0" err="1"/>
              <a:t>audignis</a:t>
            </a:r>
            <a:r>
              <a:rPr lang="da-DK" dirty="0"/>
              <a:t> </a:t>
            </a:r>
            <a:r>
              <a:rPr lang="da-DK" dirty="0" err="1"/>
              <a:t>apidel</a:t>
            </a:r>
            <a:r>
              <a:rPr lang="da-DK" dirty="0"/>
              <a:t> </a:t>
            </a:r>
            <a:r>
              <a:rPr lang="da-DK" dirty="0" err="1"/>
              <a:t>ipis</a:t>
            </a:r>
            <a:r>
              <a:rPr lang="da-DK" dirty="0"/>
              <a:t> et </a:t>
            </a:r>
            <a:r>
              <a:rPr lang="da-DK" dirty="0" err="1"/>
              <a:t>vellorr</a:t>
            </a:r>
            <a:r>
              <a:rPr lang="da-DK" dirty="0"/>
              <a:t> </a:t>
            </a:r>
            <a:r>
              <a:rPr lang="da-DK" dirty="0" err="1"/>
              <a:t>orporeiument</a:t>
            </a:r>
            <a:r>
              <a:rPr lang="da-DK" dirty="0"/>
              <a:t> </a:t>
            </a:r>
            <a:r>
              <a:rPr lang="da-DK" dirty="0" err="1"/>
              <a:t>quiste</a:t>
            </a:r>
            <a:r>
              <a:rPr lang="da-DK" dirty="0"/>
              <a:t> </a:t>
            </a:r>
            <a:r>
              <a:rPr lang="da-DK" dirty="0" err="1"/>
              <a:t>num</a:t>
            </a:r>
            <a:r>
              <a:rPr lang="da-DK" dirty="0"/>
              <a:t> </a:t>
            </a:r>
            <a:r>
              <a:rPr lang="da-DK" dirty="0" err="1"/>
              <a:t>volum</a:t>
            </a:r>
            <a:r>
              <a:rPr lang="da-DK" dirty="0"/>
              <a:t> </a:t>
            </a:r>
            <a:r>
              <a:rPr lang="da-DK" dirty="0" err="1"/>
              <a:t>voluptatquae</a:t>
            </a:r>
            <a:r>
              <a:rPr lang="da-DK" dirty="0"/>
              <a:t> </a:t>
            </a:r>
            <a:r>
              <a:rPr lang="da-DK" dirty="0" err="1"/>
              <a:t>iusdam</a:t>
            </a:r>
            <a:r>
              <a:rPr lang="da-DK" dirty="0"/>
              <a:t> </a:t>
            </a:r>
            <a:r>
              <a:rPr lang="da-DK" dirty="0" err="1"/>
              <a:t>aut</a:t>
            </a:r>
            <a:r>
              <a:rPr lang="da-DK" dirty="0"/>
              <a:t> </a:t>
            </a:r>
            <a:r>
              <a:rPr lang="da-DK" dirty="0" err="1"/>
              <a:t>ditate</a:t>
            </a:r>
            <a:r>
              <a:rPr lang="da-DK" dirty="0"/>
              <a:t> et </a:t>
            </a:r>
            <a:r>
              <a:rPr lang="da-DK" dirty="0" err="1"/>
              <a:t>dolorru</a:t>
            </a:r>
            <a:r>
              <a:rPr lang="da-DK" dirty="0"/>
              <a:t> </a:t>
            </a:r>
            <a:r>
              <a:rPr lang="da-DK" dirty="0" err="1"/>
              <a:t>mquam</a:t>
            </a:r>
            <a:r>
              <a:rPr lang="da-DK" dirty="0"/>
              <a:t>, </a:t>
            </a:r>
            <a:r>
              <a:rPr lang="da-DK" dirty="0" err="1"/>
              <a:t>cuptur</a:t>
            </a:r>
            <a:r>
              <a:rPr lang="da-DK" dirty="0"/>
              <a:t> </a:t>
            </a:r>
            <a:r>
              <a:rPr lang="da-DK" dirty="0" err="1"/>
              <a:t>aliqui</a:t>
            </a:r>
            <a:r>
              <a:rPr lang="da-DK" dirty="0"/>
              <a:t> tempos </a:t>
            </a:r>
            <a:r>
              <a:rPr lang="da-DK" dirty="0" err="1"/>
              <a:t>provit</a:t>
            </a:r>
            <a:r>
              <a:rPr lang="da-DK" dirty="0"/>
              <a:t> </a:t>
            </a:r>
            <a:r>
              <a:rPr lang="da-DK" dirty="0" err="1"/>
              <a:t>qui</a:t>
            </a:r>
            <a:r>
              <a:rPr lang="da-DK" dirty="0"/>
              <a:t> </a:t>
            </a:r>
            <a:r>
              <a:rPr lang="da-DK" dirty="0" err="1"/>
              <a:t>testendam</a:t>
            </a:r>
            <a:r>
              <a:rPr lang="da-DK" dirty="0"/>
              <a:t> </a:t>
            </a:r>
            <a:r>
              <a:rPr lang="da-DK" dirty="0" err="1"/>
              <a:t>aut</a:t>
            </a:r>
            <a:r>
              <a:rPr lang="da-DK" dirty="0"/>
              <a:t> </a:t>
            </a:r>
            <a:r>
              <a:rPr lang="da-DK" dirty="0" err="1"/>
              <a:t>auda</a:t>
            </a:r>
            <a:r>
              <a:rPr lang="da-DK" dirty="0"/>
              <a:t> imi, is </a:t>
            </a:r>
            <a:r>
              <a:rPr lang="da-DK" dirty="0" err="1"/>
              <a:t>essequi</a:t>
            </a:r>
            <a:r>
              <a:rPr lang="da-DK" dirty="0"/>
              <a:t> </a:t>
            </a:r>
            <a:r>
              <a:rPr lang="da-DK" dirty="0" err="1"/>
              <a:t>bera</a:t>
            </a:r>
            <a:r>
              <a:rPr lang="da-DK" dirty="0"/>
              <a:t> </a:t>
            </a:r>
            <a:r>
              <a:rPr lang="da-DK" dirty="0" err="1"/>
              <a:t>vernate</a:t>
            </a:r>
            <a:r>
              <a:rPr lang="da-DK" dirty="0"/>
              <a:t> </a:t>
            </a:r>
            <a:r>
              <a:rPr lang="da-DK" dirty="0" err="1"/>
              <a:t>esto</a:t>
            </a:r>
            <a:r>
              <a:rPr lang="da-DK" dirty="0"/>
              <a:t> </a:t>
            </a:r>
            <a:r>
              <a:rPr lang="da-DK" dirty="0" err="1"/>
              <a:t>conse</a:t>
            </a:r>
            <a:r>
              <a:rPr lang="da-DK" dirty="0"/>
              <a:t> non </a:t>
            </a:r>
            <a:r>
              <a:rPr lang="da-DK" dirty="0" err="1"/>
              <a:t>consequi</a:t>
            </a:r>
            <a:r>
              <a:rPr lang="da-DK" dirty="0"/>
              <a:t> </a:t>
            </a:r>
            <a:r>
              <a:rPr lang="da-DK" dirty="0" err="1"/>
              <a:t>ducipic</a:t>
            </a:r>
            <a:r>
              <a:rPr lang="da-DK" dirty="0"/>
              <a:t> </a:t>
            </a:r>
            <a:r>
              <a:rPr lang="da-DK" dirty="0" err="1"/>
              <a:t>totaquo</a:t>
            </a:r>
            <a:endParaRPr lang="da-DK" dirty="0"/>
          </a:p>
        </p:txBody>
      </p:sp>
    </p:spTree>
    <p:extLst>
      <p:ext uri="{BB962C8B-B14F-4D97-AF65-F5344CB8AC3E}">
        <p14:creationId xmlns:p14="http://schemas.microsoft.com/office/powerpoint/2010/main" val="279826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
        <p:nvSpPr>
          <p:cNvPr id="7" name="Titel 1"/>
          <p:cNvSpPr>
            <a:spLocks noGrp="1"/>
          </p:cNvSpPr>
          <p:nvPr>
            <p:ph type="title" hasCustomPrompt="1"/>
          </p:nvPr>
        </p:nvSpPr>
        <p:spPr>
          <a:xfrm>
            <a:off x="647700" y="427037"/>
            <a:ext cx="9343323" cy="1063625"/>
          </a:xfrm>
        </p:spPr>
        <p:txBody>
          <a:bodyPr>
            <a:normAutofit/>
          </a:bodyPr>
          <a:lstStyle>
            <a:lvl1pPr>
              <a:defRPr sz="4000" b="1">
                <a:solidFill>
                  <a:srgbClr val="00265A"/>
                </a:solidFill>
                <a:latin typeface="+mn-lt"/>
              </a:defRPr>
            </a:lvl1pPr>
          </a:lstStyle>
          <a:p>
            <a:r>
              <a:rPr lang="da-DK" dirty="0"/>
              <a:t>Slide </a:t>
            </a:r>
            <a:r>
              <a:rPr lang="da-DK" dirty="0" err="1"/>
              <a:t>title</a:t>
            </a:r>
            <a:endParaRPr lang="da-DK" dirty="0"/>
          </a:p>
        </p:txBody>
      </p:sp>
    </p:spTree>
    <p:extLst>
      <p:ext uri="{BB962C8B-B14F-4D97-AF65-F5344CB8AC3E}">
        <p14:creationId xmlns:p14="http://schemas.microsoft.com/office/powerpoint/2010/main" val="278110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Tree>
    <p:extLst>
      <p:ext uri="{BB962C8B-B14F-4D97-AF65-F5344CB8AC3E}">
        <p14:creationId xmlns:p14="http://schemas.microsoft.com/office/powerpoint/2010/main" val="1906141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i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dirty="0"/>
              <a:t>Klik for at redigere i master</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4" name="Pladsholder til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92D6F0-204A-4BC0-82EC-9EC76EE7100D}" type="datetimeFigureOut">
              <a:rPr lang="da-DK" smtClean="0"/>
              <a:t>24-09-2024</a:t>
            </a:fld>
            <a:endParaRPr lang="da-DK"/>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sli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44FF06-C454-4623-956E-1F8C554A9E70}" type="slidenum">
              <a:rPr lang="da-DK" smtClean="0"/>
              <a:t>‹#›</a:t>
            </a:fld>
            <a:endParaRPr lang="da-DK"/>
          </a:p>
        </p:txBody>
      </p:sp>
    </p:spTree>
    <p:extLst>
      <p:ext uri="{BB962C8B-B14F-4D97-AF65-F5344CB8AC3E}">
        <p14:creationId xmlns:p14="http://schemas.microsoft.com/office/powerpoint/2010/main" val="206948723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1" r:id="rId5"/>
    <p:sldLayoutId id="2147483662" r:id="rId6"/>
    <p:sldLayoutId id="2147483654" r:id="rId7"/>
    <p:sldLayoutId id="2147483655"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Pladsholder til tekst 8"/>
          <p:cNvSpPr>
            <a:spLocks noGrp="1"/>
          </p:cNvSpPr>
          <p:nvPr>
            <p:ph type="body" sz="quarter" idx="12"/>
          </p:nvPr>
        </p:nvSpPr>
        <p:spPr>
          <a:xfrm>
            <a:off x="676276" y="3128211"/>
            <a:ext cx="9382124" cy="1872413"/>
          </a:xfrm>
        </p:spPr>
        <p:txBody>
          <a:bodyPr>
            <a:normAutofit/>
          </a:bodyPr>
          <a:lstStyle/>
          <a:p>
            <a:endParaRPr lang="en-GB" dirty="0"/>
          </a:p>
          <a:p>
            <a:r>
              <a:rPr lang="en-GB" dirty="0"/>
              <a:t>Henrik Kjems-Nielsen</a:t>
            </a:r>
          </a:p>
          <a:p>
            <a:r>
              <a:rPr lang="en-GB" dirty="0"/>
              <a:t>ICES Secretariat</a:t>
            </a:r>
          </a:p>
        </p:txBody>
      </p:sp>
      <p:pic>
        <p:nvPicPr>
          <p:cNvPr id="4" name="Billed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sp>
        <p:nvSpPr>
          <p:cNvPr id="10" name="Pladsholder til tekst 9"/>
          <p:cNvSpPr>
            <a:spLocks noGrp="1"/>
          </p:cNvSpPr>
          <p:nvPr>
            <p:ph type="body" sz="quarter" idx="10"/>
          </p:nvPr>
        </p:nvSpPr>
        <p:spPr>
          <a:xfrm>
            <a:off x="763325" y="1391478"/>
            <a:ext cx="9095050" cy="1736732"/>
          </a:xfrm>
        </p:spPr>
        <p:txBody>
          <a:bodyPr/>
          <a:lstStyle/>
          <a:p>
            <a:r>
              <a:rPr lang="en-US" sz="6600" b="1" dirty="0"/>
              <a:t>RDBES Data call</a:t>
            </a:r>
            <a:endParaRPr lang="en-GB" sz="6600" b="1" dirty="0"/>
          </a:p>
        </p:txBody>
      </p:sp>
    </p:spTree>
    <p:extLst>
      <p:ext uri="{BB962C8B-B14F-4D97-AF65-F5344CB8AC3E}">
        <p14:creationId xmlns:p14="http://schemas.microsoft.com/office/powerpoint/2010/main" val="836777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Data Call over the years</a:t>
            </a:r>
          </a:p>
        </p:txBody>
      </p:sp>
      <p:sp>
        <p:nvSpPr>
          <p:cNvPr id="3" name="Content Placeholder 2"/>
          <p:cNvSpPr>
            <a:spLocks noGrp="1"/>
          </p:cNvSpPr>
          <p:nvPr>
            <p:ph sz="quarter" idx="10"/>
          </p:nvPr>
        </p:nvSpPr>
        <p:spPr>
          <a:xfrm>
            <a:off x="647700" y="1490662"/>
            <a:ext cx="10749280" cy="4565641"/>
          </a:xfrm>
        </p:spPr>
        <p:txBody>
          <a:bodyPr>
            <a:normAutofit/>
          </a:bodyPr>
          <a:lstStyle/>
          <a:p>
            <a:r>
              <a:rPr lang="en-GB" sz="2400" b="1" dirty="0"/>
              <a:t>2020</a:t>
            </a:r>
            <a:r>
              <a:rPr lang="en-GB" sz="2400" dirty="0"/>
              <a:t>: Data call for </a:t>
            </a:r>
            <a:r>
              <a:rPr lang="en-GB" sz="2400" b="1" dirty="0"/>
              <a:t>11 stocks</a:t>
            </a:r>
          </a:p>
          <a:p>
            <a:r>
              <a:rPr lang="en-GB" sz="2400" b="1" dirty="0"/>
              <a:t>2021</a:t>
            </a:r>
            <a:r>
              <a:rPr lang="en-GB" sz="2400" dirty="0"/>
              <a:t>: Data call for </a:t>
            </a:r>
            <a:r>
              <a:rPr lang="en-GB" sz="2400" b="1" dirty="0"/>
              <a:t>19 stocks</a:t>
            </a:r>
            <a:r>
              <a:rPr lang="en-GB" sz="2400" dirty="0"/>
              <a:t> and incidental bycatch and the </a:t>
            </a:r>
            <a:r>
              <a:rPr lang="en-US" sz="2400" dirty="0"/>
              <a:t>sampling scheme “Small Pelagic in the Baltic”</a:t>
            </a:r>
            <a:endParaRPr lang="en-GB" sz="2400" dirty="0"/>
          </a:p>
          <a:p>
            <a:r>
              <a:rPr lang="en-GB" sz="2400" b="1" dirty="0"/>
              <a:t>2022</a:t>
            </a:r>
            <a:r>
              <a:rPr lang="en-GB" sz="2400" dirty="0"/>
              <a:t>: </a:t>
            </a:r>
            <a:r>
              <a:rPr lang="en-US" sz="2400" dirty="0"/>
              <a:t>Landing and effort for </a:t>
            </a:r>
            <a:r>
              <a:rPr lang="en-US" sz="2400" b="1" dirty="0"/>
              <a:t>all species</a:t>
            </a:r>
            <a:r>
              <a:rPr lang="en-US" sz="2400" dirty="0"/>
              <a:t>: Landings, Below Minimum Size (BMS) Landings, Logbook Registered Discard and Effort for the following FAO areas 21, 27, 34, 41, 47 and 87. Detailed biological sample data for all species in FAO area 21 and 27. Incidental bycatch for all selected species (a little more that 1000 species) in FAO area 21 and 27.</a:t>
            </a:r>
          </a:p>
          <a:p>
            <a:r>
              <a:rPr lang="en-GB" sz="2400" b="1" dirty="0"/>
              <a:t>2023</a:t>
            </a:r>
            <a:r>
              <a:rPr lang="en-GB" sz="2400" dirty="0"/>
              <a:t>: </a:t>
            </a:r>
            <a:r>
              <a:rPr lang="en-US" sz="2400" dirty="0"/>
              <a:t>Landing, effort and sample data for </a:t>
            </a:r>
            <a:r>
              <a:rPr lang="en-US" sz="2400" b="1" dirty="0"/>
              <a:t>all species</a:t>
            </a:r>
            <a:r>
              <a:rPr lang="en-US" sz="2400" dirty="0"/>
              <a:t>. Landing and effort data potentially used in assessments </a:t>
            </a:r>
            <a:r>
              <a:rPr lang="en-GB" sz="2400" dirty="0"/>
              <a:t>though deadline end September</a:t>
            </a:r>
            <a:r>
              <a:rPr lang="en-US" sz="2400" dirty="0"/>
              <a:t>. </a:t>
            </a:r>
            <a:r>
              <a:rPr lang="en-GB" sz="2400" dirty="0"/>
              <a:t>The data call was sent 4 June with a data submission deadline around the end of September 2023.</a:t>
            </a:r>
          </a:p>
        </p:txBody>
      </p:sp>
    </p:spTree>
    <p:extLst>
      <p:ext uri="{BB962C8B-B14F-4D97-AF65-F5344CB8AC3E}">
        <p14:creationId xmlns:p14="http://schemas.microsoft.com/office/powerpoint/2010/main" val="1870144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Data Call 2024 all species potentially used for assessment</a:t>
            </a:r>
          </a:p>
        </p:txBody>
      </p:sp>
      <p:sp>
        <p:nvSpPr>
          <p:cNvPr id="3" name="Content Placeholder 2"/>
          <p:cNvSpPr>
            <a:spLocks noGrp="1"/>
          </p:cNvSpPr>
          <p:nvPr>
            <p:ph sz="quarter" idx="10"/>
          </p:nvPr>
        </p:nvSpPr>
        <p:spPr>
          <a:xfrm>
            <a:off x="647700" y="1801503"/>
            <a:ext cx="10749280" cy="4565641"/>
          </a:xfrm>
        </p:spPr>
        <p:txBody>
          <a:bodyPr>
            <a:normAutofit/>
          </a:bodyPr>
          <a:lstStyle/>
          <a:p>
            <a:r>
              <a:rPr lang="en-GB" sz="2400" dirty="0"/>
              <a:t>The RCG (NANSEA and Baltic) and ICES have specified the data call </a:t>
            </a:r>
          </a:p>
          <a:p>
            <a:r>
              <a:rPr lang="en-GB" sz="2400" dirty="0"/>
              <a:t>Landing, Effort and sample data including incidental bycatch for the years 2021 to 2023</a:t>
            </a:r>
          </a:p>
          <a:p>
            <a:r>
              <a:rPr lang="en-GB" sz="2400" dirty="0"/>
              <a:t>Data should potentially be used for stock assessment, this request the national estimators are estimating the national species in areas per quarter and metier in TAF in </a:t>
            </a:r>
            <a:r>
              <a:rPr lang="en-GB" sz="2400" dirty="0" err="1"/>
              <a:t>RCEFormat</a:t>
            </a:r>
            <a:r>
              <a:rPr lang="en-GB" sz="2400" dirty="0"/>
              <a:t> (equivalent to InterCatch upload file format) </a:t>
            </a:r>
          </a:p>
          <a:p>
            <a:r>
              <a:rPr lang="en-GB" sz="2400" dirty="0"/>
              <a:t>The data call was sent 29</a:t>
            </a:r>
            <a:r>
              <a:rPr lang="en-GB" sz="2400" baseline="30000" dirty="0"/>
              <a:t>th</a:t>
            </a:r>
            <a:r>
              <a:rPr lang="en-GB" sz="2400" dirty="0"/>
              <a:t> January 2024 with a deadline of 2</a:t>
            </a:r>
            <a:r>
              <a:rPr lang="en-GB" sz="2400" baseline="30000" dirty="0"/>
              <a:t>nd</a:t>
            </a:r>
            <a:r>
              <a:rPr lang="en-GB" sz="2400" dirty="0"/>
              <a:t> April 2024</a:t>
            </a:r>
          </a:p>
          <a:p>
            <a:endParaRPr lang="en-GB" sz="2400" dirty="0"/>
          </a:p>
        </p:txBody>
      </p:sp>
    </p:spTree>
    <p:extLst>
      <p:ext uri="{BB962C8B-B14F-4D97-AF65-F5344CB8AC3E}">
        <p14:creationId xmlns:p14="http://schemas.microsoft.com/office/powerpoint/2010/main" val="3803301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Data Call 2025 draft</a:t>
            </a:r>
          </a:p>
        </p:txBody>
      </p:sp>
      <p:sp>
        <p:nvSpPr>
          <p:cNvPr id="3" name="Content Placeholder 2"/>
          <p:cNvSpPr>
            <a:spLocks noGrp="1"/>
          </p:cNvSpPr>
          <p:nvPr>
            <p:ph sz="quarter" idx="10"/>
          </p:nvPr>
        </p:nvSpPr>
        <p:spPr>
          <a:xfrm>
            <a:off x="647700" y="1801503"/>
            <a:ext cx="10749280" cy="4565641"/>
          </a:xfrm>
        </p:spPr>
        <p:txBody>
          <a:bodyPr>
            <a:normAutofit/>
          </a:bodyPr>
          <a:lstStyle/>
          <a:p>
            <a:r>
              <a:rPr lang="en-GB" sz="2400" dirty="0"/>
              <a:t>The RCG (NANSEA and Baltic) and ICES will specify the data call </a:t>
            </a:r>
          </a:p>
          <a:p>
            <a:r>
              <a:rPr lang="en-GB" sz="2400" dirty="0"/>
              <a:t>Probably landing re-upload 2021 to 2023 (if </a:t>
            </a:r>
            <a:r>
              <a:rPr lang="en-GB" sz="2400" dirty="0" err="1"/>
              <a:t>CLofficialWeight</a:t>
            </a:r>
            <a:r>
              <a:rPr lang="en-GB" sz="2400" dirty="0"/>
              <a:t> again is mandatory)</a:t>
            </a:r>
          </a:p>
          <a:p>
            <a:r>
              <a:rPr lang="en-GB" sz="2400" dirty="0"/>
              <a:t>Sample data including incidental bycatch for the year 2024, and update samples for the 2021-2023 if there are updates, which have not already been uploaded</a:t>
            </a:r>
          </a:p>
          <a:p>
            <a:r>
              <a:rPr lang="en-GB" sz="2400" dirty="0"/>
              <a:t>Data should be used for stock assessment, this request the national estimators are estimating the national species in areas per quarter and metier in TAF in </a:t>
            </a:r>
            <a:r>
              <a:rPr lang="en-GB" sz="2400" dirty="0" err="1"/>
              <a:t>RCEFormat</a:t>
            </a:r>
            <a:r>
              <a:rPr lang="en-GB" sz="2400" dirty="0"/>
              <a:t> (equivalent to InterCatch upload file format) </a:t>
            </a:r>
          </a:p>
          <a:p>
            <a:r>
              <a:rPr lang="en-GB" sz="2400" dirty="0"/>
              <a:t>The data call will be sent around end January 2025 with a deadline around 1</a:t>
            </a:r>
            <a:r>
              <a:rPr lang="en-GB" sz="2400" baseline="30000" dirty="0"/>
              <a:t>st</a:t>
            </a:r>
            <a:r>
              <a:rPr lang="en-GB" sz="2400" dirty="0"/>
              <a:t> April 2025</a:t>
            </a:r>
          </a:p>
          <a:p>
            <a:endParaRPr lang="en-GB" sz="2400" dirty="0"/>
          </a:p>
        </p:txBody>
      </p:sp>
    </p:spTree>
    <p:extLst>
      <p:ext uri="{BB962C8B-B14F-4D97-AF65-F5344CB8AC3E}">
        <p14:creationId xmlns:p14="http://schemas.microsoft.com/office/powerpoint/2010/main" val="4025142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051BE-7A38-4CE8-AF38-81A163772127}"/>
              </a:ext>
            </a:extLst>
          </p:cNvPr>
          <p:cNvSpPr>
            <a:spLocks noGrp="1"/>
          </p:cNvSpPr>
          <p:nvPr>
            <p:ph type="title"/>
          </p:nvPr>
        </p:nvSpPr>
        <p:spPr>
          <a:xfrm>
            <a:off x="647700" y="427038"/>
            <a:ext cx="2656405" cy="5958772"/>
          </a:xfrm>
        </p:spPr>
        <p:txBody>
          <a:bodyPr anchor="t" anchorCtr="0">
            <a:normAutofit/>
          </a:bodyPr>
          <a:lstStyle/>
          <a:p>
            <a:r>
              <a:rPr lang="en-GB" sz="2800" dirty="0"/>
              <a:t>The countries’ RDBES data uploads – data call 2024</a:t>
            </a:r>
            <a:br>
              <a:rPr lang="en-GB" sz="2800" dirty="0"/>
            </a:br>
            <a:br>
              <a:rPr lang="en-GB" sz="2800" dirty="0"/>
            </a:br>
            <a:r>
              <a:rPr lang="en-GB" sz="2000" dirty="0">
                <a:highlight>
                  <a:srgbClr val="00FF00"/>
                </a:highlight>
              </a:rPr>
              <a:t>Green</a:t>
            </a:r>
            <a:r>
              <a:rPr lang="en-GB" sz="2000" dirty="0"/>
              <a:t> means: Data was also upload last year.</a:t>
            </a:r>
            <a:br>
              <a:rPr lang="en-GB" sz="2000" dirty="0"/>
            </a:br>
            <a:br>
              <a:rPr lang="en-GB" sz="2000" dirty="0"/>
            </a:br>
            <a:r>
              <a:rPr lang="en-GB" sz="2000" dirty="0">
                <a:highlight>
                  <a:srgbClr val="FFFF00"/>
                </a:highlight>
              </a:rPr>
              <a:t>Yellow</a:t>
            </a:r>
            <a:r>
              <a:rPr lang="en-GB" sz="2000" dirty="0"/>
              <a:t> means: Data was not upload last year (improvement).</a:t>
            </a:r>
            <a:br>
              <a:rPr lang="en-GB" sz="2000" dirty="0"/>
            </a:br>
            <a:br>
              <a:rPr lang="en-GB" sz="2000" dirty="0"/>
            </a:br>
            <a:r>
              <a:rPr lang="en-GB" sz="2000" dirty="0">
                <a:highlight>
                  <a:srgbClr val="EC5232"/>
                </a:highlight>
              </a:rPr>
              <a:t>Orange</a:t>
            </a:r>
            <a:r>
              <a:rPr lang="en-GB" sz="2000" dirty="0"/>
              <a:t> means: Data was not uploaded this year, but it was uploaded last year. </a:t>
            </a:r>
            <a:br>
              <a:rPr lang="en-GB" sz="2800" dirty="0"/>
            </a:br>
            <a:endParaRPr lang="en-GB" sz="2800" dirty="0"/>
          </a:p>
        </p:txBody>
      </p:sp>
      <p:graphicFrame>
        <p:nvGraphicFramePr>
          <p:cNvPr id="4" name="Content Placeholder 3">
            <a:extLst>
              <a:ext uri="{FF2B5EF4-FFF2-40B4-BE49-F238E27FC236}">
                <a16:creationId xmlns:a16="http://schemas.microsoft.com/office/drawing/2014/main" id="{6106D863-7D56-4526-8611-2FFA231B1E02}"/>
              </a:ext>
            </a:extLst>
          </p:cNvPr>
          <p:cNvGraphicFramePr>
            <a:graphicFrameLocks noGrp="1"/>
          </p:cNvGraphicFramePr>
          <p:nvPr>
            <p:ph sz="quarter" idx="10"/>
          </p:nvPr>
        </p:nvGraphicFramePr>
        <p:xfrm>
          <a:off x="3304105" y="364553"/>
          <a:ext cx="6649366" cy="6437071"/>
        </p:xfrm>
        <a:graphic>
          <a:graphicData uri="http://schemas.openxmlformats.org/drawingml/2006/table">
            <a:tbl>
              <a:tblPr firstRow="1" firstCol="1" bandRow="1"/>
              <a:tblGrid>
                <a:gridCol w="2091331">
                  <a:extLst>
                    <a:ext uri="{9D8B030D-6E8A-4147-A177-3AD203B41FA5}">
                      <a16:colId xmlns:a16="http://schemas.microsoft.com/office/drawing/2014/main" val="4280374990"/>
                    </a:ext>
                  </a:extLst>
                </a:gridCol>
                <a:gridCol w="911607">
                  <a:extLst>
                    <a:ext uri="{9D8B030D-6E8A-4147-A177-3AD203B41FA5}">
                      <a16:colId xmlns:a16="http://schemas.microsoft.com/office/drawing/2014/main" val="1072728852"/>
                    </a:ext>
                  </a:extLst>
                </a:gridCol>
                <a:gridCol w="911607">
                  <a:extLst>
                    <a:ext uri="{9D8B030D-6E8A-4147-A177-3AD203B41FA5}">
                      <a16:colId xmlns:a16="http://schemas.microsoft.com/office/drawing/2014/main" val="1627708705"/>
                    </a:ext>
                  </a:extLst>
                </a:gridCol>
                <a:gridCol w="911607">
                  <a:extLst>
                    <a:ext uri="{9D8B030D-6E8A-4147-A177-3AD203B41FA5}">
                      <a16:colId xmlns:a16="http://schemas.microsoft.com/office/drawing/2014/main" val="2704372806"/>
                    </a:ext>
                  </a:extLst>
                </a:gridCol>
                <a:gridCol w="911607">
                  <a:extLst>
                    <a:ext uri="{9D8B030D-6E8A-4147-A177-3AD203B41FA5}">
                      <a16:colId xmlns:a16="http://schemas.microsoft.com/office/drawing/2014/main" val="3651385204"/>
                    </a:ext>
                  </a:extLst>
                </a:gridCol>
                <a:gridCol w="911607">
                  <a:extLst>
                    <a:ext uri="{9D8B030D-6E8A-4147-A177-3AD203B41FA5}">
                      <a16:colId xmlns:a16="http://schemas.microsoft.com/office/drawing/2014/main" val="1060525912"/>
                    </a:ext>
                  </a:extLst>
                </a:gridCol>
              </a:tblGrid>
              <a:tr h="453847">
                <a:tc>
                  <a:txBody>
                    <a:bodyPr/>
                    <a:lstStyle/>
                    <a:p>
                      <a:pPr>
                        <a:lnSpc>
                          <a:spcPct val="107000"/>
                        </a:lnSpc>
                        <a:spcAft>
                          <a:spcPts val="0"/>
                        </a:spcAft>
                      </a:pPr>
                      <a:r>
                        <a:rPr lang="en-GB" sz="16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Country\Data type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nSpc>
                          <a:spcPct val="107000"/>
                        </a:lnSpc>
                        <a:spcAft>
                          <a:spcPts val="0"/>
                        </a:spcAft>
                      </a:pPr>
                      <a:r>
                        <a:rPr lang="en-GB" sz="16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Landing</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nSpc>
                          <a:spcPct val="107000"/>
                        </a:lnSpc>
                        <a:spcAft>
                          <a:spcPts val="0"/>
                        </a:spcAft>
                      </a:pPr>
                      <a:r>
                        <a:rPr lang="en-GB" sz="16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Effort</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nSpc>
                          <a:spcPct val="107000"/>
                        </a:lnSpc>
                        <a:spcAft>
                          <a:spcPts val="0"/>
                        </a:spcAft>
                      </a:pPr>
                      <a:r>
                        <a:rPr lang="en-GB" sz="16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Sample</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nSpc>
                          <a:spcPct val="107000"/>
                        </a:lnSpc>
                        <a:spcAft>
                          <a:spcPts val="0"/>
                        </a:spcAft>
                      </a:pPr>
                      <a:r>
                        <a:rPr lang="en-GB" sz="1600" b="1" kern="1200"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Freq. Me</a:t>
                      </a: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nSpc>
                          <a:spcPct val="107000"/>
                        </a:lnSpc>
                        <a:spcAft>
                          <a:spcPts val="0"/>
                        </a:spcAft>
                      </a:pPr>
                      <a:r>
                        <a:rPr lang="en-GB" sz="1600" b="1" kern="1200"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Bio. Var.</a:t>
                      </a: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3245768447"/>
                  </a:ext>
                </a:extLst>
              </a:tr>
              <a:tr h="249046">
                <a:tc>
                  <a:txBody>
                    <a:bodyPr/>
                    <a:lstStyle/>
                    <a:p>
                      <a:pP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BELGIUM</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4137575502"/>
                  </a:ext>
                </a:extLst>
              </a:tr>
              <a:tr h="249046">
                <a:tc>
                  <a:txBody>
                    <a:bodyPr/>
                    <a:lstStyle/>
                    <a:p>
                      <a:pP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DENMARK</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806399977"/>
                  </a:ext>
                </a:extLst>
              </a:tr>
              <a:tr h="249046">
                <a:tc>
                  <a:txBody>
                    <a:bodyPr/>
                    <a:lstStyle/>
                    <a:p>
                      <a:pP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England</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endParaRPr lang="en-GB" sz="1600" b="1" kern="1200" dirty="0">
                        <a:solidFill>
                          <a:schemeClr val="tx1"/>
                        </a:solidFill>
                        <a:effectLst/>
                        <a:latin typeface="Calibri" panose="020F0502020204030204" pitchFamily="34" charset="0"/>
                        <a:ea typeface="+mn-ea"/>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07000"/>
                        </a:lnSpc>
                        <a:spcAft>
                          <a:spcPts val="0"/>
                        </a:spcAft>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07000"/>
                        </a:lnSpc>
                        <a:spcAft>
                          <a:spcPts val="0"/>
                        </a:spcAft>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0061919"/>
                  </a:ext>
                </a:extLst>
              </a:tr>
              <a:tr h="249046">
                <a:tc>
                  <a:txBody>
                    <a:bodyPr/>
                    <a:lstStyle/>
                    <a:p>
                      <a:pP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ESTONIA</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0"/>
                        </a:spcAft>
                      </a:pPr>
                      <a:r>
                        <a:rPr lang="en-GB" sz="1600" b="1" dirty="0">
                          <a:effectLst/>
                          <a:latin typeface="Calibri" panose="020F0502020204030204" pitchFamily="34" charset="0"/>
                          <a:ea typeface="Calibri" panose="020F0502020204030204" pitchFamily="34" charset="0"/>
                          <a:cs typeface="Times New Roman" panose="02020603050405020304" pitchFamily="18" charset="0"/>
                        </a:rPr>
                        <a:t>Yes</a:t>
                      </a: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992983557"/>
                  </a:ext>
                </a:extLst>
              </a:tr>
              <a:tr h="249046">
                <a:tc>
                  <a:txBody>
                    <a:bodyPr/>
                    <a:lstStyle/>
                    <a:p>
                      <a:pP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Faroe Islands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en-GB" sz="1600" b="1" kern="1200" dirty="0">
                          <a:solidFill>
                            <a:srgbClr val="000000"/>
                          </a:solidFill>
                          <a:effectLst/>
                          <a:latin typeface="Calibri" panose="020F0502020204030204" pitchFamily="34" charset="0"/>
                          <a:ea typeface="+mn-ea"/>
                          <a:cs typeface="Calibri" panose="020F0502020204030204" pitchFamily="34" charset="0"/>
                        </a:rPr>
                        <a:t>Yes</a:t>
                      </a: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pPr>
                      <a:r>
                        <a:rPr lang="en-GB" sz="1600" b="1" kern="1200" dirty="0">
                          <a:solidFill>
                            <a:srgbClr val="000000"/>
                          </a:solidFill>
                          <a:effectLst/>
                          <a:latin typeface="Calibri" panose="020F0502020204030204" pitchFamily="34" charset="0"/>
                          <a:ea typeface="+mn-ea"/>
                          <a:cs typeface="Calibri" panose="020F0502020204030204" pitchFamily="34" charset="0"/>
                        </a:rPr>
                        <a:t>Yes</a:t>
                      </a: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pPr>
                      <a:r>
                        <a:rPr lang="en-GB" sz="1600" b="1" dirty="0">
                          <a:effectLst/>
                          <a:latin typeface="Calibri" panose="020F0502020204030204" pitchFamily="34" charset="0"/>
                          <a:cs typeface="Times New Roman" panose="02020603050405020304" pitchFamily="18" charset="0"/>
                        </a:rPr>
                        <a:t>Yes</a:t>
                      </a: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pPr>
                      <a:r>
                        <a:rPr lang="en-GB" sz="1600" b="1" dirty="0">
                          <a:effectLst/>
                          <a:latin typeface="Calibri" panose="020F0502020204030204" pitchFamily="34" charset="0"/>
                          <a:cs typeface="Times New Roman" panose="02020603050405020304" pitchFamily="18" charset="0"/>
                        </a:rPr>
                        <a:t>Yes</a:t>
                      </a: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357918293"/>
                  </a:ext>
                </a:extLst>
              </a:tr>
              <a:tr h="249046">
                <a:tc>
                  <a:txBody>
                    <a:bodyPr/>
                    <a:lstStyle/>
                    <a:p>
                      <a:pP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Finland</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414626731"/>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FRANCE</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4150467836"/>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GERMANY</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446899669"/>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Iceland</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nSpc>
                          <a:spcPct val="107000"/>
                        </a:lnSpc>
                      </a:pPr>
                      <a:endParaRPr lang="en-GB" sz="1600" b="1">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4251926"/>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GUERNSEY</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1501984"/>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IRELAND</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966715781"/>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ISLE OF MAN</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751921"/>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JERSEY</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8793630"/>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LATVIA</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271995472"/>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Lithuania</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940174941"/>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NETHERLANDS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059525738"/>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Northern Ireland</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4953101"/>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NORWAY</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0"/>
                        </a:spcAft>
                      </a:pPr>
                      <a:r>
                        <a:rPr lang="en-GB" sz="1600" b="1" dirty="0">
                          <a:effectLst/>
                          <a:latin typeface="Calibri" panose="020F0502020204030204" pitchFamily="34" charset="0"/>
                          <a:ea typeface="Calibri" panose="020F0502020204030204" pitchFamily="34" charset="0"/>
                          <a:cs typeface="Times New Roman" panose="02020603050405020304" pitchFamily="18" charset="0"/>
                        </a:rPr>
                        <a:t>Yes</a:t>
                      </a: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787670853"/>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POLAND</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710402445"/>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PORTUGAL</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6165371"/>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Scotland</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955050229"/>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SPAIN</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065766159"/>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SWEDEN</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500580781"/>
                  </a:ext>
                </a:extLst>
              </a:tr>
              <a:tr h="249046">
                <a:tc>
                  <a:txBody>
                    <a:bodyPr/>
                    <a:lstStyle/>
                    <a:p>
                      <a:pP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Wales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9BC2E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DEBF7"/>
                    </a:solidFill>
                  </a:tcPr>
                </a:tc>
                <a:tc>
                  <a:txBody>
                    <a:bodyPr/>
                    <a:lstStyle/>
                    <a:p>
                      <a:pPr algn="ctr">
                        <a:lnSpc>
                          <a:spcPct val="107000"/>
                        </a:lnSpc>
                        <a:spcAft>
                          <a:spcPts val="0"/>
                        </a:spcAft>
                      </a:pPr>
                      <a:r>
                        <a:rPr lang="en-GB"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07000"/>
                        </a:lnSpc>
                        <a:spcAft>
                          <a:spcPts val="0"/>
                        </a:spcAft>
                      </a:pPr>
                      <a:r>
                        <a:rPr lang="en-GB"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pPr>
                      <a:endParaRPr lang="en-GB" sz="1600" b="1" dirty="0">
                        <a:effectLst/>
                        <a:latin typeface="Calibri" panose="020F0502020204030204" pitchFamily="34" charset="0"/>
                        <a:cs typeface="Times New Roman" panose="02020603050405020304" pitchFamily="18" charset="0"/>
                      </a:endParaRPr>
                    </a:p>
                  </a:txBody>
                  <a:tcPr marL="67377" marR="67377"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74378"/>
                  </a:ext>
                </a:extLst>
              </a:tr>
            </a:tbl>
          </a:graphicData>
        </a:graphic>
      </p:graphicFrame>
    </p:spTree>
    <p:extLst>
      <p:ext uri="{BB962C8B-B14F-4D97-AF65-F5344CB8AC3E}">
        <p14:creationId xmlns:p14="http://schemas.microsoft.com/office/powerpoint/2010/main" val="1525449110"/>
      </p:ext>
    </p:extLst>
  </p:cSld>
  <p:clrMapOvr>
    <a:masterClrMapping/>
  </p:clrMapOvr>
</p:sld>
</file>

<file path=ppt/theme/theme1.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t">
        <a:noAutofit/>
      </a:bodyPr>
      <a:lstStyle>
        <a:defPPr>
          <a:defRPr sz="7000" dirty="0" err="1" smtClean="0">
            <a:solidFill>
              <a:schemeClr val="bg1"/>
            </a:solidFill>
            <a:latin typeface="+mn-lt"/>
          </a:defRPr>
        </a:defPPr>
      </a:lstStyle>
    </a:txDef>
  </a:objectDefaults>
  <a:extraClrSchemeLst/>
  <a:extLst>
    <a:ext uri="{05A4C25C-085E-4340-85A3-A5531E510DB2}">
      <thm15:themeFamily xmlns:thm15="http://schemas.microsoft.com/office/thememl/2012/main" name="21614 - Powerpoint_v8 [Read-Only]" id="{E328B5C0-2E05-43A3-AFF4-3FD2226CC58D}" vid="{48411100-B00E-4B38-8660-E8CE0F9E948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18B484055E284C84386157274E17E1" ma:contentTypeVersion="1" ma:contentTypeDescription="Create a new document." ma:contentTypeScope="" ma:versionID="70f45ad91d3bcde0200e23bbdb530ae9">
  <xsd:schema xmlns:xsd="http://www.w3.org/2001/XMLSchema" xmlns:xs="http://www.w3.org/2001/XMLSchema" xmlns:p="http://schemas.microsoft.com/office/2006/metadata/properties" xmlns:ns2="4d5313c0-c1e6-4122-afa9-da1ccdba405d" xmlns:ns3="362c980f-4e38-4cca-bd06-5104ee5993c5" targetNamespace="http://schemas.microsoft.com/office/2006/metadata/properties" ma:root="true" ma:fieldsID="9f98ca6881a668db0da870722b40e1ec" ns2:_="" ns3:_="">
    <xsd:import namespace="4d5313c0-c1e6-4122-afa9-da1ccdba405d"/>
    <xsd:import namespace="362c980f-4e38-4cca-bd06-5104ee5993c5"/>
    <xsd:element name="properties">
      <xsd:complexType>
        <xsd:sequence>
          <xsd:element name="documentManagement">
            <xsd:complexType>
              <xsd:all>
                <xsd:element ref="ns2:TaxKeywordTaxHTField" minOccurs="0"/>
                <xsd:element ref="ns2:TaxCatchAll" minOccurs="0"/>
                <xsd:element ref="ns2:TaxCatchAllLabel"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313c0-c1e6-4122-afa9-da1ccdba405d"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readOnly="false" ma:fieldId="{23f27201-bee3-471e-b2e7-b64fd8b7ca38}" ma:taxonomyMulti="true" ma:sspId="d535ea34-4ec8-4f57-b85b-d8a79460f026"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b2cc2698-5fc4-4ff6-b1d3-64e75efa1efc}" ma:internalName="TaxCatchAll" ma:readOnly="false" ma:showField="CatchAllData" ma:web="4d5313c0-c1e6-4122-afa9-da1ccdba405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2cc2698-5fc4-4ff6-b1d3-64e75efa1efc}" ma:internalName="TaxCatchAllLabel" ma:readOnly="false" ma:showField="CatchAllDataLabel" ma:web="4d5313c0-c1e6-4122-afa9-da1ccdba405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62c980f-4e38-4cca-bd06-5104ee5993c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d5313c0-c1e6-4122-afa9-da1ccdba405d"/>
    <TaxKeywordTaxHTField xmlns="4d5313c0-c1e6-4122-afa9-da1ccdba405d">
      <Terms xmlns="http://schemas.microsoft.com/office/infopath/2007/PartnerControls"/>
    </TaxKeywordTaxHTField>
    <TaxCatchAllLabel xmlns="4d5313c0-c1e6-4122-afa9-da1ccdba405d"/>
  </documentManagement>
</p:properties>
</file>

<file path=customXml/itemProps1.xml><?xml version="1.0" encoding="utf-8"?>
<ds:datastoreItem xmlns:ds="http://schemas.openxmlformats.org/officeDocument/2006/customXml" ds:itemID="{A6D6062D-88DE-404B-A933-D6AC4B2E107E}"/>
</file>

<file path=customXml/itemProps2.xml><?xml version="1.0" encoding="utf-8"?>
<ds:datastoreItem xmlns:ds="http://schemas.openxmlformats.org/officeDocument/2006/customXml" ds:itemID="{CC384C36-570B-477E-A1EC-12D7C4DD4FA3}"/>
</file>

<file path=customXml/itemProps3.xml><?xml version="1.0" encoding="utf-8"?>
<ds:datastoreItem xmlns:ds="http://schemas.openxmlformats.org/officeDocument/2006/customXml" ds:itemID="{4FAE4B4C-7EA5-4A55-8C66-D31409CEE4CF}"/>
</file>

<file path=docProps/app.xml><?xml version="1.0" encoding="utf-8"?>
<Properties xmlns="http://schemas.openxmlformats.org/officeDocument/2006/extended-properties" xmlns:vt="http://schemas.openxmlformats.org/officeDocument/2006/docPropsVTypes">
  <Template>2016 01 20 InterCatch and Regional DB How they work</Template>
  <TotalTime>33174</TotalTime>
  <Words>552</Words>
  <Application>Microsoft Office PowerPoint</Application>
  <PresentationFormat>Widescreen</PresentationFormat>
  <Paragraphs>144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Office-tema</vt:lpstr>
      <vt:lpstr>PowerPoint Presentation</vt:lpstr>
      <vt:lpstr>Data Call over the years</vt:lpstr>
      <vt:lpstr>Data Call 2024 all species potentially used for assessment</vt:lpstr>
      <vt:lpstr>Data Call 2025 draft</vt:lpstr>
      <vt:lpstr>The countries’ RDBES data uploads – data call 2024  Green means: Data was also upload last year.  Yellow means: Data was not upload last year (improvement).  Orange means: Data was not uploaded this year, but it was uploaded last year.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Henrik Kjems-Nielsen</dc:creator>
  <cp:lastModifiedBy>Henrik Kjems-Nielsen</cp:lastModifiedBy>
  <cp:revision>416</cp:revision>
  <dcterms:created xsi:type="dcterms:W3CDTF">2016-01-18T11:01:03Z</dcterms:created>
  <dcterms:modified xsi:type="dcterms:W3CDTF">2024-09-24T12:14:31Z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axKeyword">
    <vt:lpwstr/>
  </property>
  <property fmtid="{D5CDD505-2E9C-101B-9397-08002B2CF9AE}" pid="3" name="ContentTypeId">
    <vt:lpwstr>0x0101005518B484055E284C84386157274E17E1</vt:lpwstr>
  </property>
</Properties>
</file>