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app.xml" ContentType="application/vnd.openxmlformats-officedocument.extended-properties+xml"/>
  <Override PartName="/docProps/core.xml" ContentType="application/vnd.openxmlformats-package.core-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48" r:id="rId1"/>
  </p:sldMasterIdLst>
  <p:notesMasterIdLst>
    <p:notesMasterId r:id="rId8"/>
  </p:notesMasterIdLst>
  <p:handoutMasterIdLst>
    <p:handoutMasterId r:id="rId9"/>
  </p:handoutMasterIdLst>
  <p:sldIdLst>
    <p:sldId id="256" r:id="rId2"/>
    <p:sldId id="308" r:id="rId3"/>
    <p:sldId id="309" r:id="rId4"/>
    <p:sldId id="409" r:id="rId5"/>
    <p:sldId id="364" r:id="rId6"/>
    <p:sldId id="365" r:id="rId7"/>
  </p:sldIdLst>
  <p:sldSz cx="12192000" cy="6858000"/>
  <p:notesSz cx="6858000" cy="9144000"/>
  <p:defaultTextStyle>
    <a:defPPr>
      <a:defRPr lang="da-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AE3F3"/>
    <a:srgbClr val="00265A"/>
    <a:srgbClr val="73A9B9"/>
    <a:srgbClr val="EC5232"/>
    <a:srgbClr val="00A69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65" autoAdjust="0"/>
    <p:restoredTop sz="88079" autoAdjust="0"/>
  </p:normalViewPr>
  <p:slideViewPr>
    <p:cSldViewPr snapToGrid="0">
      <p:cViewPr varScale="1">
        <p:scale>
          <a:sx n="68" d="100"/>
          <a:sy n="68" d="100"/>
        </p:scale>
        <p:origin x="84" y="612"/>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87" d="100"/>
          <a:sy n="87" d="100"/>
        </p:scale>
        <p:origin x="2784"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customXml" Target="../customXml/item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customXml" Target="../customXml/item2.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handoutMaster" Target="handoutMasters/handoutMaster1.xml"/><Relationship Id="rId14" Type="http://schemas.openxmlformats.org/officeDocument/2006/relationships/customXml" Target="../customXml/item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dsholder til sidehoved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a-DK"/>
          </a:p>
        </p:txBody>
      </p:sp>
      <p:sp>
        <p:nvSpPr>
          <p:cNvPr id="3" name="Pladsholder til dato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D66E911-F793-4838-A7E0-22F5DC2E219F}" type="datetimeFigureOut">
              <a:rPr lang="da-DK" smtClean="0"/>
              <a:t>23-09-2024</a:t>
            </a:fld>
            <a:endParaRPr lang="da-DK"/>
          </a:p>
        </p:txBody>
      </p:sp>
      <p:sp>
        <p:nvSpPr>
          <p:cNvPr id="4" name="Pladsholder til sidefod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da-DK"/>
          </a:p>
        </p:txBody>
      </p:sp>
      <p:sp>
        <p:nvSpPr>
          <p:cNvPr id="5" name="Pladsholder til slidenumm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C99DA88-E9CB-4BD6-A3AA-E9F01D61D701}" type="slidenum">
              <a:rPr lang="da-DK" smtClean="0"/>
              <a:t>‹#›</a:t>
            </a:fld>
            <a:endParaRPr lang="da-DK"/>
          </a:p>
        </p:txBody>
      </p:sp>
    </p:spTree>
    <p:extLst>
      <p:ext uri="{BB962C8B-B14F-4D97-AF65-F5344CB8AC3E}">
        <p14:creationId xmlns:p14="http://schemas.microsoft.com/office/powerpoint/2010/main" val="13864955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313728F-8162-45DA-9D2E-41AA768A9627}" type="datetimeFigureOut">
              <a:rPr lang="en-GB" smtClean="0"/>
              <a:t>23/09/2024</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7389040-A37A-456B-8A95-5B3C83B96160}" type="slidenum">
              <a:rPr lang="en-GB" smtClean="0"/>
              <a:t>‹#›</a:t>
            </a:fld>
            <a:endParaRPr lang="en-GB"/>
          </a:p>
        </p:txBody>
      </p:sp>
    </p:spTree>
    <p:extLst>
      <p:ext uri="{BB962C8B-B14F-4D97-AF65-F5344CB8AC3E}">
        <p14:creationId xmlns:p14="http://schemas.microsoft.com/office/powerpoint/2010/main" val="35880740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jp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Oran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Billede 6"/>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76275" y="5345359"/>
            <a:ext cx="1724025" cy="898278"/>
          </a:xfrm>
          <a:prstGeom prst="rect">
            <a:avLst/>
          </a:prstGeom>
        </p:spPr>
      </p:pic>
      <p:sp>
        <p:nvSpPr>
          <p:cNvPr id="14" name="Pladsholder til tekst 13"/>
          <p:cNvSpPr>
            <a:spLocks noGrp="1"/>
          </p:cNvSpPr>
          <p:nvPr>
            <p:ph type="body" sz="quarter" idx="10" hasCustomPrompt="1"/>
          </p:nvPr>
        </p:nvSpPr>
        <p:spPr>
          <a:xfrm>
            <a:off x="638174" y="769938"/>
            <a:ext cx="9220201" cy="997730"/>
          </a:xfrm>
        </p:spPr>
        <p:txBody>
          <a:bodyPr>
            <a:noAutofit/>
          </a:bodyPr>
          <a:lstStyle>
            <a:lvl1pPr marL="0" indent="0">
              <a:buNone/>
              <a:defRPr sz="7000" baseline="0">
                <a:solidFill>
                  <a:schemeClr val="bg1"/>
                </a:solidFill>
              </a:defRPr>
            </a:lvl1pPr>
            <a:lvl2pPr>
              <a:defRPr sz="4000"/>
            </a:lvl2pPr>
            <a:lvl3pPr>
              <a:defRPr sz="4000"/>
            </a:lvl3pPr>
            <a:lvl4pPr>
              <a:defRPr sz="4000"/>
            </a:lvl4pPr>
            <a:lvl5pPr>
              <a:defRPr sz="4000"/>
            </a:lvl5pPr>
          </a:lstStyle>
          <a:p>
            <a:pPr lvl="0"/>
            <a:r>
              <a:rPr lang="da-DK" dirty="0" err="1"/>
              <a:t>Powerpoint</a:t>
            </a:r>
            <a:r>
              <a:rPr lang="da-DK" dirty="0"/>
              <a:t> </a:t>
            </a:r>
            <a:r>
              <a:rPr lang="da-DK" dirty="0" err="1"/>
              <a:t>title</a:t>
            </a:r>
            <a:endParaRPr lang="da-DK" dirty="0"/>
          </a:p>
        </p:txBody>
      </p:sp>
      <p:sp>
        <p:nvSpPr>
          <p:cNvPr id="20" name="Pladsholder til tekst 18"/>
          <p:cNvSpPr>
            <a:spLocks noGrp="1"/>
          </p:cNvSpPr>
          <p:nvPr>
            <p:ph type="body" sz="quarter" idx="12" hasCustomPrompt="1"/>
          </p:nvPr>
        </p:nvSpPr>
        <p:spPr>
          <a:xfrm>
            <a:off x="676276" y="1767668"/>
            <a:ext cx="9182100" cy="2674938"/>
          </a:xfrm>
        </p:spPr>
        <p:txBody>
          <a:bodyPr/>
          <a:lstStyle>
            <a:lvl1pPr marL="0" indent="0">
              <a:buNone/>
              <a:defRPr>
                <a:solidFill>
                  <a:schemeClr val="bg1">
                    <a:lumMod val="85000"/>
                  </a:schemeClr>
                </a:solidFill>
              </a:defRPr>
            </a:lvl1pPr>
          </a:lstStyle>
          <a:p>
            <a:pPr lvl="0"/>
            <a:r>
              <a:rPr lang="da-DK" dirty="0"/>
              <a:t>Subheader</a:t>
            </a:r>
          </a:p>
        </p:txBody>
      </p:sp>
      <p:pic>
        <p:nvPicPr>
          <p:cNvPr id="9" name="Billede 8"/>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442383" y="6195173"/>
            <a:ext cx="2560542" cy="384081"/>
          </a:xfrm>
          <a:prstGeom prst="rect">
            <a:avLst/>
          </a:prstGeom>
        </p:spPr>
      </p:pic>
    </p:spTree>
    <p:extLst>
      <p:ext uri="{BB962C8B-B14F-4D97-AF65-F5344CB8AC3E}">
        <p14:creationId xmlns:p14="http://schemas.microsoft.com/office/powerpoint/2010/main" val="23013101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lu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Billede 6"/>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76275" y="5345359"/>
            <a:ext cx="1724025" cy="898278"/>
          </a:xfrm>
          <a:prstGeom prst="rect">
            <a:avLst/>
          </a:prstGeom>
        </p:spPr>
      </p:pic>
      <p:sp>
        <p:nvSpPr>
          <p:cNvPr id="14" name="Pladsholder til tekst 13"/>
          <p:cNvSpPr>
            <a:spLocks noGrp="1"/>
          </p:cNvSpPr>
          <p:nvPr>
            <p:ph type="body" sz="quarter" idx="10" hasCustomPrompt="1"/>
          </p:nvPr>
        </p:nvSpPr>
        <p:spPr>
          <a:xfrm>
            <a:off x="638174" y="769938"/>
            <a:ext cx="9220201" cy="997730"/>
          </a:xfrm>
        </p:spPr>
        <p:txBody>
          <a:bodyPr>
            <a:noAutofit/>
          </a:bodyPr>
          <a:lstStyle>
            <a:lvl1pPr marL="0" indent="0">
              <a:buNone/>
              <a:defRPr sz="7000" baseline="0">
                <a:solidFill>
                  <a:schemeClr val="bg1"/>
                </a:solidFill>
              </a:defRPr>
            </a:lvl1pPr>
            <a:lvl2pPr>
              <a:defRPr sz="4000"/>
            </a:lvl2pPr>
            <a:lvl3pPr>
              <a:defRPr sz="4000"/>
            </a:lvl3pPr>
            <a:lvl4pPr>
              <a:defRPr sz="4000"/>
            </a:lvl4pPr>
            <a:lvl5pPr>
              <a:defRPr sz="4000"/>
            </a:lvl5pPr>
          </a:lstStyle>
          <a:p>
            <a:pPr lvl="0"/>
            <a:r>
              <a:rPr lang="da-DK" dirty="0" err="1"/>
              <a:t>Powerpoint</a:t>
            </a:r>
            <a:r>
              <a:rPr lang="da-DK" dirty="0"/>
              <a:t> </a:t>
            </a:r>
            <a:r>
              <a:rPr lang="da-DK" dirty="0" err="1"/>
              <a:t>title</a:t>
            </a:r>
            <a:endParaRPr lang="da-DK" dirty="0"/>
          </a:p>
        </p:txBody>
      </p:sp>
      <p:sp>
        <p:nvSpPr>
          <p:cNvPr id="20" name="Pladsholder til tekst 18"/>
          <p:cNvSpPr>
            <a:spLocks noGrp="1"/>
          </p:cNvSpPr>
          <p:nvPr>
            <p:ph type="body" sz="quarter" idx="12" hasCustomPrompt="1"/>
          </p:nvPr>
        </p:nvSpPr>
        <p:spPr>
          <a:xfrm>
            <a:off x="676276" y="1767668"/>
            <a:ext cx="9182100" cy="2674938"/>
          </a:xfrm>
        </p:spPr>
        <p:txBody>
          <a:bodyPr/>
          <a:lstStyle>
            <a:lvl1pPr marL="0" indent="0">
              <a:buNone/>
              <a:defRPr>
                <a:solidFill>
                  <a:schemeClr val="bg1">
                    <a:lumMod val="85000"/>
                  </a:schemeClr>
                </a:solidFill>
              </a:defRPr>
            </a:lvl1pPr>
          </a:lstStyle>
          <a:p>
            <a:pPr lvl="0"/>
            <a:r>
              <a:rPr lang="da-DK" dirty="0"/>
              <a:t>Subheader</a:t>
            </a:r>
          </a:p>
        </p:txBody>
      </p:sp>
      <p:pic>
        <p:nvPicPr>
          <p:cNvPr id="9" name="Billede 8"/>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442383" y="6195173"/>
            <a:ext cx="2560542" cy="384081"/>
          </a:xfrm>
          <a:prstGeom prst="rect">
            <a:avLst/>
          </a:prstGeom>
        </p:spPr>
      </p:pic>
    </p:spTree>
    <p:extLst>
      <p:ext uri="{BB962C8B-B14F-4D97-AF65-F5344CB8AC3E}">
        <p14:creationId xmlns:p14="http://schemas.microsoft.com/office/powerpoint/2010/main" val="8028047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7" name="Billed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163174" y="627063"/>
            <a:ext cx="1247775" cy="561975"/>
          </a:xfrm>
          <a:prstGeom prst="rect">
            <a:avLst/>
          </a:prstGeom>
        </p:spPr>
      </p:pic>
      <p:sp>
        <p:nvSpPr>
          <p:cNvPr id="11" name="Titel 1"/>
          <p:cNvSpPr>
            <a:spLocks noGrp="1"/>
          </p:cNvSpPr>
          <p:nvPr>
            <p:ph type="title" hasCustomPrompt="1"/>
          </p:nvPr>
        </p:nvSpPr>
        <p:spPr>
          <a:xfrm>
            <a:off x="647700" y="427037"/>
            <a:ext cx="9343323" cy="1063625"/>
          </a:xfrm>
        </p:spPr>
        <p:txBody>
          <a:bodyPr>
            <a:normAutofit/>
          </a:bodyPr>
          <a:lstStyle>
            <a:lvl1pPr>
              <a:defRPr sz="4000" b="1">
                <a:solidFill>
                  <a:srgbClr val="00265A"/>
                </a:solidFill>
                <a:latin typeface="+mn-lt"/>
              </a:defRPr>
            </a:lvl1pPr>
          </a:lstStyle>
          <a:p>
            <a:r>
              <a:rPr lang="da-DK" dirty="0"/>
              <a:t>Slide </a:t>
            </a:r>
            <a:r>
              <a:rPr lang="da-DK" dirty="0" err="1"/>
              <a:t>title</a:t>
            </a:r>
            <a:endParaRPr lang="da-DK" dirty="0"/>
          </a:p>
        </p:txBody>
      </p:sp>
      <p:pic>
        <p:nvPicPr>
          <p:cNvPr id="6" name="Billede 5"/>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957733" y="6418914"/>
            <a:ext cx="2560542" cy="384081"/>
          </a:xfrm>
          <a:prstGeom prst="rect">
            <a:avLst/>
          </a:prstGeom>
        </p:spPr>
      </p:pic>
      <p:sp>
        <p:nvSpPr>
          <p:cNvPr id="10" name="Pladsholder til indhold 4"/>
          <p:cNvSpPr>
            <a:spLocks noGrp="1"/>
          </p:cNvSpPr>
          <p:nvPr>
            <p:ph sz="quarter" idx="10" hasCustomPrompt="1"/>
          </p:nvPr>
        </p:nvSpPr>
        <p:spPr>
          <a:xfrm>
            <a:off x="680720" y="1534160"/>
            <a:ext cx="10749280" cy="4622801"/>
          </a:xfrm>
        </p:spPr>
        <p:txBody>
          <a:bodyPr>
            <a:normAutofit/>
          </a:bodyPr>
          <a:lstStyle>
            <a:lvl1pPr>
              <a:defRPr sz="1300"/>
            </a:lvl1pPr>
          </a:lstStyle>
          <a:p>
            <a:r>
              <a:rPr lang="da-DK" dirty="0" err="1"/>
              <a:t>Aperibuscimod</a:t>
            </a:r>
            <a:r>
              <a:rPr lang="da-DK" dirty="0"/>
              <a:t> </a:t>
            </a:r>
            <a:r>
              <a:rPr lang="da-DK" dirty="0" err="1"/>
              <a:t>quatem</a:t>
            </a:r>
            <a:r>
              <a:rPr lang="da-DK" dirty="0"/>
              <a:t> lam </a:t>
            </a:r>
            <a:r>
              <a:rPr lang="da-DK" dirty="0" err="1"/>
              <a:t>faccullabor</a:t>
            </a:r>
            <a:r>
              <a:rPr lang="da-DK" dirty="0"/>
              <a:t> re </a:t>
            </a:r>
            <a:r>
              <a:rPr lang="da-DK" dirty="0" err="1"/>
              <a:t>quidit</a:t>
            </a:r>
            <a:r>
              <a:rPr lang="da-DK" dirty="0"/>
              <a:t> </a:t>
            </a:r>
            <a:r>
              <a:rPr lang="da-DK" dirty="0" err="1"/>
              <a:t>dolo</a:t>
            </a:r>
            <a:r>
              <a:rPr lang="da-DK" dirty="0"/>
              <a:t> </a:t>
            </a:r>
            <a:r>
              <a:rPr lang="da-DK" dirty="0" err="1"/>
              <a:t>quas</a:t>
            </a:r>
            <a:r>
              <a:rPr lang="da-DK" dirty="0"/>
              <a:t> ea nos et la </a:t>
            </a:r>
            <a:r>
              <a:rPr lang="da-DK" dirty="0" err="1"/>
              <a:t>velenim</a:t>
            </a:r>
            <a:r>
              <a:rPr lang="da-DK" dirty="0"/>
              <a:t> </a:t>
            </a:r>
            <a:r>
              <a:rPr lang="da-DK" dirty="0" err="1"/>
              <a:t>aximus</a:t>
            </a:r>
            <a:r>
              <a:rPr lang="da-DK" dirty="0"/>
              <a:t>, </a:t>
            </a:r>
            <a:r>
              <a:rPr lang="da-DK" dirty="0" err="1"/>
              <a:t>commosantur</a:t>
            </a:r>
            <a:r>
              <a:rPr lang="da-DK" dirty="0"/>
              <a:t>?</a:t>
            </a:r>
          </a:p>
          <a:p>
            <a:r>
              <a:rPr lang="da-DK" dirty="0" err="1"/>
              <a:t>Harios</a:t>
            </a:r>
            <a:r>
              <a:rPr lang="da-DK" dirty="0"/>
              <a:t> </a:t>
            </a:r>
            <a:r>
              <a:rPr lang="da-DK" dirty="0" err="1"/>
              <a:t>dollabo</a:t>
            </a:r>
            <a:r>
              <a:rPr lang="da-DK" dirty="0"/>
              <a:t>. Nam </a:t>
            </a:r>
            <a:r>
              <a:rPr lang="da-DK" dirty="0" err="1"/>
              <a:t>quis</a:t>
            </a:r>
            <a:r>
              <a:rPr lang="da-DK" dirty="0"/>
              <a:t> </a:t>
            </a:r>
            <a:r>
              <a:rPr lang="da-DK" dirty="0" err="1"/>
              <a:t>mollacc</a:t>
            </a:r>
            <a:r>
              <a:rPr lang="da-DK" dirty="0"/>
              <a:t> </a:t>
            </a:r>
            <a:r>
              <a:rPr lang="da-DK" dirty="0" err="1"/>
              <a:t>usapic</a:t>
            </a:r>
            <a:r>
              <a:rPr lang="da-DK" dirty="0"/>
              <a:t> to od et, </a:t>
            </a:r>
            <a:r>
              <a:rPr lang="da-DK" dirty="0" err="1"/>
              <a:t>que</a:t>
            </a:r>
            <a:r>
              <a:rPr lang="da-DK" dirty="0"/>
              <a:t> et </a:t>
            </a:r>
            <a:r>
              <a:rPr lang="da-DK" dirty="0" err="1"/>
              <a:t>aperore</a:t>
            </a:r>
            <a:r>
              <a:rPr lang="da-DK" dirty="0"/>
              <a:t>, </a:t>
            </a:r>
            <a:r>
              <a:rPr lang="da-DK" dirty="0" err="1"/>
              <a:t>cusandi</a:t>
            </a:r>
            <a:r>
              <a:rPr lang="da-DK" dirty="0"/>
              <a:t> </a:t>
            </a:r>
            <a:r>
              <a:rPr lang="da-DK" dirty="0" err="1"/>
              <a:t>aut</a:t>
            </a:r>
            <a:r>
              <a:rPr lang="da-DK" dirty="0"/>
              <a:t> </a:t>
            </a:r>
            <a:r>
              <a:rPr lang="da-DK" dirty="0" err="1"/>
              <a:t>pelicii</a:t>
            </a:r>
            <a:r>
              <a:rPr lang="da-DK" dirty="0"/>
              <a:t> </a:t>
            </a:r>
            <a:r>
              <a:rPr lang="da-DK" dirty="0" err="1"/>
              <a:t>stotam</a:t>
            </a:r>
            <a:r>
              <a:rPr lang="da-DK" dirty="0"/>
              <a:t> </a:t>
            </a:r>
            <a:r>
              <a:rPr lang="da-DK" dirty="0" err="1"/>
              <a:t>disciis</a:t>
            </a:r>
            <a:r>
              <a:rPr lang="da-DK" dirty="0"/>
              <a:t> si te pa </a:t>
            </a:r>
            <a:r>
              <a:rPr lang="da-DK" dirty="0" err="1"/>
              <a:t>voles</a:t>
            </a:r>
            <a:r>
              <a:rPr lang="da-DK" dirty="0"/>
              <a:t> </a:t>
            </a:r>
            <a:r>
              <a:rPr lang="da-DK" dirty="0" err="1"/>
              <a:t>esendi</a:t>
            </a:r>
            <a:r>
              <a:rPr lang="da-DK" dirty="0"/>
              <a:t> </a:t>
            </a:r>
            <a:r>
              <a:rPr lang="da-DK" dirty="0" err="1"/>
              <a:t>volupiet</a:t>
            </a:r>
            <a:r>
              <a:rPr lang="da-DK" dirty="0"/>
              <a:t> </a:t>
            </a:r>
            <a:r>
              <a:rPr lang="da-DK" dirty="0" err="1"/>
              <a:t>omnis</a:t>
            </a:r>
            <a:r>
              <a:rPr lang="da-DK" dirty="0"/>
              <a:t> </a:t>
            </a:r>
            <a:r>
              <a:rPr lang="da-DK" dirty="0" err="1"/>
              <a:t>enihili</a:t>
            </a:r>
            <a:r>
              <a:rPr lang="da-DK" dirty="0"/>
              <a:t> </a:t>
            </a:r>
            <a:r>
              <a:rPr lang="da-DK" dirty="0" err="1"/>
              <a:t>tatiandam</a:t>
            </a:r>
            <a:r>
              <a:rPr lang="da-DK" dirty="0"/>
              <a:t> et </a:t>
            </a:r>
            <a:r>
              <a:rPr lang="da-DK" dirty="0" err="1"/>
              <a:t>hari</a:t>
            </a:r>
            <a:r>
              <a:rPr lang="da-DK" dirty="0"/>
              <a:t> </a:t>
            </a:r>
            <a:r>
              <a:rPr lang="da-DK" dirty="0" err="1"/>
              <a:t>ate</a:t>
            </a:r>
            <a:r>
              <a:rPr lang="da-DK" dirty="0"/>
              <a:t> </a:t>
            </a:r>
            <a:r>
              <a:rPr lang="da-DK" dirty="0" err="1"/>
              <a:t>aut</a:t>
            </a:r>
            <a:r>
              <a:rPr lang="da-DK" dirty="0"/>
              <a:t> re peribus et </a:t>
            </a:r>
            <a:r>
              <a:rPr lang="da-DK" dirty="0" err="1"/>
              <a:t>ellabo</a:t>
            </a:r>
            <a:r>
              <a:rPr lang="da-DK" dirty="0"/>
              <a:t>. </a:t>
            </a:r>
            <a:r>
              <a:rPr lang="da-DK" dirty="0" err="1"/>
              <a:t>Um</a:t>
            </a:r>
            <a:r>
              <a:rPr lang="da-DK" dirty="0"/>
              <a:t> </a:t>
            </a:r>
            <a:r>
              <a:rPr lang="da-DK" dirty="0" err="1"/>
              <a:t>quat</a:t>
            </a:r>
            <a:r>
              <a:rPr lang="da-DK" dirty="0"/>
              <a:t>.</a:t>
            </a:r>
          </a:p>
          <a:p>
            <a:r>
              <a:rPr lang="da-DK" dirty="0" err="1"/>
              <a:t>Beaquamus</a:t>
            </a:r>
            <a:r>
              <a:rPr lang="da-DK" dirty="0"/>
              <a:t> </a:t>
            </a:r>
            <a:r>
              <a:rPr lang="da-DK" dirty="0" err="1"/>
              <a:t>quasin</a:t>
            </a:r>
            <a:r>
              <a:rPr lang="da-DK" dirty="0"/>
              <a:t> </a:t>
            </a:r>
            <a:r>
              <a:rPr lang="da-DK" dirty="0" err="1"/>
              <a:t>conseque</a:t>
            </a:r>
            <a:r>
              <a:rPr lang="da-DK" dirty="0"/>
              <a:t> </a:t>
            </a:r>
            <a:r>
              <a:rPr lang="da-DK" dirty="0" err="1"/>
              <a:t>commod</a:t>
            </a:r>
            <a:r>
              <a:rPr lang="da-DK" dirty="0"/>
              <a:t> </a:t>
            </a:r>
            <a:r>
              <a:rPr lang="da-DK" dirty="0" err="1"/>
              <a:t>quamenistrum</a:t>
            </a:r>
            <a:r>
              <a:rPr lang="da-DK" dirty="0"/>
              <a:t> </a:t>
            </a:r>
            <a:r>
              <a:rPr lang="da-DK" dirty="0" err="1"/>
              <a:t>ipsunto</a:t>
            </a:r>
            <a:r>
              <a:rPr lang="da-DK" dirty="0"/>
              <a:t> te </a:t>
            </a:r>
            <a:r>
              <a:rPr lang="da-DK" dirty="0" err="1"/>
              <a:t>volum</a:t>
            </a:r>
            <a:r>
              <a:rPr lang="da-DK" dirty="0"/>
              <a:t> re </a:t>
            </a:r>
            <a:r>
              <a:rPr lang="da-DK" dirty="0" err="1"/>
              <a:t>omnimpo</a:t>
            </a:r>
            <a:r>
              <a:rPr lang="da-DK" dirty="0"/>
              <a:t> </a:t>
            </a:r>
            <a:r>
              <a:rPr lang="da-DK" dirty="0" err="1"/>
              <a:t>reiciae</a:t>
            </a:r>
            <a:r>
              <a:rPr lang="da-DK" dirty="0"/>
              <a:t> </a:t>
            </a:r>
            <a:r>
              <a:rPr lang="da-DK" dirty="0" err="1"/>
              <a:t>ctiandi</a:t>
            </a:r>
            <a:r>
              <a:rPr lang="da-DK" dirty="0"/>
              <a:t> </a:t>
            </a:r>
            <a:r>
              <a:rPr lang="da-DK" dirty="0" err="1"/>
              <a:t>tatem</a:t>
            </a:r>
            <a:r>
              <a:rPr lang="da-DK" dirty="0"/>
              <a:t>. </a:t>
            </a:r>
            <a:r>
              <a:rPr lang="da-DK" dirty="0" err="1"/>
              <a:t>Olupiendis</a:t>
            </a:r>
            <a:r>
              <a:rPr lang="da-DK" dirty="0"/>
              <a:t> a </a:t>
            </a:r>
            <a:r>
              <a:rPr lang="da-DK" dirty="0" err="1"/>
              <a:t>parum</a:t>
            </a:r>
            <a:r>
              <a:rPr lang="da-DK" dirty="0"/>
              <a:t> </a:t>
            </a:r>
            <a:r>
              <a:rPr lang="da-DK" dirty="0" err="1"/>
              <a:t>eum</a:t>
            </a:r>
            <a:r>
              <a:rPr lang="da-DK" dirty="0"/>
              <a:t> </a:t>
            </a:r>
            <a:r>
              <a:rPr lang="da-DK" dirty="0" err="1"/>
              <a:t>inum</a:t>
            </a:r>
            <a:r>
              <a:rPr lang="da-DK" dirty="0"/>
              <a:t> </a:t>
            </a:r>
            <a:r>
              <a:rPr lang="da-DK" dirty="0" err="1"/>
              <a:t>quae</a:t>
            </a:r>
            <a:r>
              <a:rPr lang="da-DK" dirty="0"/>
              <a:t> ex et </a:t>
            </a:r>
            <a:r>
              <a:rPr lang="da-DK" dirty="0" err="1"/>
              <a:t>et</a:t>
            </a:r>
            <a:r>
              <a:rPr lang="da-DK" dirty="0"/>
              <a:t> </a:t>
            </a:r>
            <a:r>
              <a:rPr lang="da-DK" dirty="0" err="1"/>
              <a:t>dendis</a:t>
            </a:r>
            <a:r>
              <a:rPr lang="da-DK" dirty="0"/>
              <a:t> </a:t>
            </a:r>
            <a:r>
              <a:rPr lang="da-DK" dirty="0" err="1"/>
              <a:t>doluptatibus</a:t>
            </a:r>
            <a:r>
              <a:rPr lang="da-DK" dirty="0"/>
              <a:t> </a:t>
            </a:r>
            <a:r>
              <a:rPr lang="da-DK" dirty="0" err="1"/>
              <a:t>audignis</a:t>
            </a:r>
            <a:r>
              <a:rPr lang="da-DK" dirty="0"/>
              <a:t> </a:t>
            </a:r>
            <a:r>
              <a:rPr lang="da-DK" dirty="0" err="1"/>
              <a:t>apidel</a:t>
            </a:r>
            <a:r>
              <a:rPr lang="da-DK" dirty="0"/>
              <a:t> </a:t>
            </a:r>
            <a:r>
              <a:rPr lang="da-DK" dirty="0" err="1"/>
              <a:t>ipis</a:t>
            </a:r>
            <a:r>
              <a:rPr lang="da-DK" dirty="0"/>
              <a:t> et </a:t>
            </a:r>
            <a:r>
              <a:rPr lang="da-DK" dirty="0" err="1"/>
              <a:t>vellorr</a:t>
            </a:r>
            <a:r>
              <a:rPr lang="da-DK" dirty="0"/>
              <a:t> </a:t>
            </a:r>
            <a:r>
              <a:rPr lang="da-DK" dirty="0" err="1"/>
              <a:t>orporeiument</a:t>
            </a:r>
            <a:r>
              <a:rPr lang="da-DK" dirty="0"/>
              <a:t> </a:t>
            </a:r>
            <a:r>
              <a:rPr lang="da-DK" dirty="0" err="1"/>
              <a:t>quiste</a:t>
            </a:r>
            <a:r>
              <a:rPr lang="da-DK" dirty="0"/>
              <a:t> </a:t>
            </a:r>
            <a:r>
              <a:rPr lang="da-DK" dirty="0" err="1"/>
              <a:t>num</a:t>
            </a:r>
            <a:r>
              <a:rPr lang="da-DK" dirty="0"/>
              <a:t> </a:t>
            </a:r>
            <a:r>
              <a:rPr lang="da-DK" dirty="0" err="1"/>
              <a:t>volum</a:t>
            </a:r>
            <a:r>
              <a:rPr lang="da-DK" dirty="0"/>
              <a:t> </a:t>
            </a:r>
            <a:r>
              <a:rPr lang="da-DK" dirty="0" err="1"/>
              <a:t>voluptatquae</a:t>
            </a:r>
            <a:r>
              <a:rPr lang="da-DK" dirty="0"/>
              <a:t> </a:t>
            </a:r>
            <a:r>
              <a:rPr lang="da-DK" dirty="0" err="1"/>
              <a:t>iusdam</a:t>
            </a:r>
            <a:r>
              <a:rPr lang="da-DK" dirty="0"/>
              <a:t> </a:t>
            </a:r>
            <a:r>
              <a:rPr lang="da-DK" dirty="0" err="1"/>
              <a:t>aut</a:t>
            </a:r>
            <a:r>
              <a:rPr lang="da-DK" dirty="0"/>
              <a:t> </a:t>
            </a:r>
            <a:r>
              <a:rPr lang="da-DK" dirty="0" err="1"/>
              <a:t>ditate</a:t>
            </a:r>
            <a:r>
              <a:rPr lang="da-DK" dirty="0"/>
              <a:t> et </a:t>
            </a:r>
            <a:r>
              <a:rPr lang="da-DK" dirty="0" err="1"/>
              <a:t>dolorru</a:t>
            </a:r>
            <a:r>
              <a:rPr lang="da-DK" dirty="0"/>
              <a:t> </a:t>
            </a:r>
            <a:r>
              <a:rPr lang="da-DK" dirty="0" err="1"/>
              <a:t>mquam</a:t>
            </a:r>
            <a:r>
              <a:rPr lang="da-DK" dirty="0"/>
              <a:t>, </a:t>
            </a:r>
            <a:r>
              <a:rPr lang="da-DK" dirty="0" err="1"/>
              <a:t>cuptur</a:t>
            </a:r>
            <a:r>
              <a:rPr lang="da-DK" dirty="0"/>
              <a:t> </a:t>
            </a:r>
            <a:r>
              <a:rPr lang="da-DK" dirty="0" err="1"/>
              <a:t>aliqui</a:t>
            </a:r>
            <a:r>
              <a:rPr lang="da-DK" dirty="0"/>
              <a:t> tempos </a:t>
            </a:r>
            <a:r>
              <a:rPr lang="da-DK" dirty="0" err="1"/>
              <a:t>provit</a:t>
            </a:r>
            <a:r>
              <a:rPr lang="da-DK" dirty="0"/>
              <a:t> </a:t>
            </a:r>
            <a:r>
              <a:rPr lang="da-DK" dirty="0" err="1"/>
              <a:t>qui</a:t>
            </a:r>
            <a:r>
              <a:rPr lang="da-DK" dirty="0"/>
              <a:t> </a:t>
            </a:r>
            <a:r>
              <a:rPr lang="da-DK" dirty="0" err="1"/>
              <a:t>testendam</a:t>
            </a:r>
            <a:r>
              <a:rPr lang="da-DK" dirty="0"/>
              <a:t> </a:t>
            </a:r>
            <a:r>
              <a:rPr lang="da-DK" dirty="0" err="1"/>
              <a:t>aut</a:t>
            </a:r>
            <a:r>
              <a:rPr lang="da-DK" dirty="0"/>
              <a:t> </a:t>
            </a:r>
            <a:r>
              <a:rPr lang="da-DK" dirty="0" err="1"/>
              <a:t>auda</a:t>
            </a:r>
            <a:r>
              <a:rPr lang="da-DK" dirty="0"/>
              <a:t> imi, is </a:t>
            </a:r>
            <a:r>
              <a:rPr lang="da-DK" dirty="0" err="1"/>
              <a:t>essequi</a:t>
            </a:r>
            <a:r>
              <a:rPr lang="da-DK" dirty="0"/>
              <a:t> </a:t>
            </a:r>
            <a:r>
              <a:rPr lang="da-DK" dirty="0" err="1"/>
              <a:t>bera</a:t>
            </a:r>
            <a:r>
              <a:rPr lang="da-DK" dirty="0"/>
              <a:t> </a:t>
            </a:r>
            <a:r>
              <a:rPr lang="da-DK" dirty="0" err="1"/>
              <a:t>vernate</a:t>
            </a:r>
            <a:r>
              <a:rPr lang="da-DK" dirty="0"/>
              <a:t> </a:t>
            </a:r>
            <a:r>
              <a:rPr lang="da-DK" dirty="0" err="1"/>
              <a:t>esto</a:t>
            </a:r>
            <a:r>
              <a:rPr lang="da-DK" dirty="0"/>
              <a:t> </a:t>
            </a:r>
            <a:r>
              <a:rPr lang="da-DK" dirty="0" err="1"/>
              <a:t>conse</a:t>
            </a:r>
            <a:r>
              <a:rPr lang="da-DK" dirty="0"/>
              <a:t> non </a:t>
            </a:r>
            <a:r>
              <a:rPr lang="da-DK" dirty="0" err="1"/>
              <a:t>consequi</a:t>
            </a:r>
            <a:r>
              <a:rPr lang="da-DK" dirty="0"/>
              <a:t> </a:t>
            </a:r>
            <a:r>
              <a:rPr lang="da-DK" dirty="0" err="1"/>
              <a:t>ducipic</a:t>
            </a:r>
            <a:r>
              <a:rPr lang="da-DK" dirty="0"/>
              <a:t> </a:t>
            </a:r>
            <a:r>
              <a:rPr lang="da-DK" dirty="0" err="1"/>
              <a:t>totaquo</a:t>
            </a:r>
            <a:r>
              <a:rPr lang="da-DK" dirty="0"/>
              <a:t> es </a:t>
            </a:r>
            <a:r>
              <a:rPr lang="da-DK" dirty="0" err="1"/>
              <a:t>quid</a:t>
            </a:r>
            <a:r>
              <a:rPr lang="da-DK" dirty="0"/>
              <a:t> </a:t>
            </a:r>
            <a:r>
              <a:rPr lang="da-DK" dirty="0" err="1"/>
              <a:t>utaturibus</a:t>
            </a:r>
            <a:r>
              <a:rPr lang="da-DK" dirty="0"/>
              <a:t> </a:t>
            </a:r>
            <a:r>
              <a:rPr lang="da-DK" dirty="0" err="1"/>
              <a:t>eum</a:t>
            </a:r>
            <a:r>
              <a:rPr lang="da-DK" dirty="0"/>
              <a:t> </a:t>
            </a:r>
            <a:r>
              <a:rPr lang="da-DK" dirty="0" err="1"/>
              <a:t>voleseque</a:t>
            </a:r>
            <a:r>
              <a:rPr lang="da-DK" dirty="0"/>
              <a:t> </a:t>
            </a:r>
            <a:r>
              <a:rPr lang="da-DK" dirty="0" err="1"/>
              <a:t>landell</a:t>
            </a:r>
            <a:r>
              <a:rPr lang="da-DK" dirty="0"/>
              <a:t> </a:t>
            </a:r>
            <a:r>
              <a:rPr lang="da-DK" dirty="0" err="1"/>
              <a:t>ectur</a:t>
            </a:r>
            <a:r>
              <a:rPr lang="da-DK" dirty="0"/>
              <a:t>? </a:t>
            </a:r>
            <a:r>
              <a:rPr lang="da-DK" dirty="0" err="1"/>
              <a:t>Qui</a:t>
            </a:r>
            <a:r>
              <a:rPr lang="da-DK" dirty="0"/>
              <a:t> </a:t>
            </a:r>
            <a:r>
              <a:rPr lang="da-DK" dirty="0" err="1"/>
              <a:t>nullandi</a:t>
            </a:r>
            <a:r>
              <a:rPr lang="da-DK" dirty="0"/>
              <a:t> dis et </a:t>
            </a:r>
            <a:r>
              <a:rPr lang="da-DK" dirty="0" err="1"/>
              <a:t>que</a:t>
            </a:r>
            <a:r>
              <a:rPr lang="da-DK" dirty="0"/>
              <a:t> </a:t>
            </a:r>
            <a:r>
              <a:rPr lang="da-DK" dirty="0" err="1"/>
              <a:t>perum</a:t>
            </a:r>
            <a:r>
              <a:rPr lang="da-DK" dirty="0"/>
              <a:t> </a:t>
            </a:r>
            <a:r>
              <a:rPr lang="da-DK" dirty="0" err="1"/>
              <a:t>rectusae</a:t>
            </a:r>
            <a:r>
              <a:rPr lang="da-DK" dirty="0"/>
              <a:t> et </a:t>
            </a:r>
            <a:r>
              <a:rPr lang="da-DK" dirty="0" err="1"/>
              <a:t>aditas</a:t>
            </a:r>
            <a:r>
              <a:rPr lang="da-DK" dirty="0"/>
              <a:t> </a:t>
            </a:r>
            <a:r>
              <a:rPr lang="da-DK" dirty="0" err="1"/>
              <a:t>dolor</a:t>
            </a:r>
            <a:r>
              <a:rPr lang="da-DK" dirty="0"/>
              <a:t> </a:t>
            </a:r>
            <a:r>
              <a:rPr lang="da-DK" dirty="0" err="1"/>
              <a:t>ant</a:t>
            </a:r>
            <a:r>
              <a:rPr lang="da-DK" dirty="0"/>
              <a:t> </a:t>
            </a:r>
            <a:r>
              <a:rPr lang="da-DK" dirty="0" err="1"/>
              <a:t>liquunt</a:t>
            </a:r>
            <a:r>
              <a:rPr lang="da-DK" dirty="0"/>
              <a:t> fuga. </a:t>
            </a:r>
            <a:r>
              <a:rPr lang="da-DK" dirty="0" err="1"/>
              <a:t>Itat</a:t>
            </a:r>
            <a:r>
              <a:rPr lang="da-DK" dirty="0"/>
              <a:t> </a:t>
            </a:r>
            <a:r>
              <a:rPr lang="da-DK" dirty="0" err="1"/>
              <a:t>earchilis</a:t>
            </a:r>
            <a:r>
              <a:rPr lang="da-DK" dirty="0"/>
              <a:t> </a:t>
            </a:r>
            <a:r>
              <a:rPr lang="da-DK" dirty="0" err="1"/>
              <a:t>accuptat</a:t>
            </a:r>
            <a:r>
              <a:rPr lang="da-DK" dirty="0"/>
              <a:t>.</a:t>
            </a:r>
          </a:p>
          <a:p>
            <a:r>
              <a:rPr lang="da-DK" dirty="0" err="1"/>
              <a:t>Ebis</a:t>
            </a:r>
            <a:r>
              <a:rPr lang="da-DK" dirty="0"/>
              <a:t> </a:t>
            </a:r>
            <a:r>
              <a:rPr lang="da-DK" dirty="0" err="1"/>
              <a:t>evelest</a:t>
            </a:r>
            <a:r>
              <a:rPr lang="da-DK" dirty="0"/>
              <a:t> et res rest </a:t>
            </a:r>
            <a:r>
              <a:rPr lang="da-DK" dirty="0" err="1"/>
              <a:t>que</a:t>
            </a:r>
            <a:r>
              <a:rPr lang="da-DK" dirty="0"/>
              <a:t> </a:t>
            </a:r>
            <a:r>
              <a:rPr lang="da-DK" dirty="0" err="1"/>
              <a:t>conserum</a:t>
            </a:r>
            <a:r>
              <a:rPr lang="da-DK" dirty="0"/>
              <a:t> </a:t>
            </a:r>
            <a:r>
              <a:rPr lang="da-DK" dirty="0" err="1"/>
              <a:t>lautaectem</a:t>
            </a:r>
            <a:r>
              <a:rPr lang="da-DK" dirty="0"/>
              <a:t> </a:t>
            </a:r>
            <a:r>
              <a:rPr lang="da-DK" dirty="0" err="1"/>
              <a:t>volorpo</a:t>
            </a:r>
            <a:r>
              <a:rPr lang="da-DK" dirty="0"/>
              <a:t> </a:t>
            </a:r>
            <a:r>
              <a:rPr lang="da-DK" dirty="0" err="1"/>
              <a:t>remporrum</a:t>
            </a:r>
            <a:r>
              <a:rPr lang="da-DK" dirty="0"/>
              <a:t> </a:t>
            </a:r>
            <a:r>
              <a:rPr lang="da-DK" dirty="0" err="1"/>
              <a:t>velloru</a:t>
            </a:r>
            <a:r>
              <a:rPr lang="da-DK" dirty="0"/>
              <a:t> </a:t>
            </a:r>
            <a:r>
              <a:rPr lang="da-DK" dirty="0" err="1"/>
              <a:t>ptatquia</a:t>
            </a:r>
            <a:r>
              <a:rPr lang="da-DK" dirty="0"/>
              <a:t> </a:t>
            </a:r>
            <a:r>
              <a:rPr lang="da-DK" dirty="0" err="1"/>
              <a:t>conserum</a:t>
            </a:r>
            <a:r>
              <a:rPr lang="da-DK" dirty="0"/>
              <a:t> </a:t>
            </a:r>
            <a:r>
              <a:rPr lang="da-DK" dirty="0" err="1"/>
              <a:t>velignis</a:t>
            </a:r>
            <a:r>
              <a:rPr lang="da-DK" dirty="0"/>
              <a:t> </a:t>
            </a:r>
            <a:r>
              <a:rPr lang="da-DK" dirty="0" err="1"/>
              <a:t>alique</a:t>
            </a:r>
            <a:r>
              <a:rPr lang="da-DK" dirty="0"/>
              <a:t> </a:t>
            </a:r>
            <a:r>
              <a:rPr lang="da-DK" dirty="0" err="1"/>
              <a:t>volupta</a:t>
            </a:r>
            <a:r>
              <a:rPr lang="da-DK" dirty="0"/>
              <a:t> </a:t>
            </a:r>
            <a:r>
              <a:rPr lang="da-DK" dirty="0" err="1"/>
              <a:t>tiusam</a:t>
            </a:r>
            <a:r>
              <a:rPr lang="da-DK" dirty="0"/>
              <a:t> sin nus, quos nitatur? </a:t>
            </a:r>
            <a:r>
              <a:rPr lang="da-DK" dirty="0" err="1"/>
              <a:t>Qui</a:t>
            </a:r>
            <a:r>
              <a:rPr lang="da-DK" dirty="0"/>
              <a:t> </a:t>
            </a:r>
            <a:r>
              <a:rPr lang="da-DK" dirty="0" err="1"/>
              <a:t>quis</a:t>
            </a:r>
            <a:r>
              <a:rPr lang="da-DK" dirty="0"/>
              <a:t> </a:t>
            </a:r>
            <a:r>
              <a:rPr lang="da-DK" dirty="0" err="1"/>
              <a:t>dolorem</a:t>
            </a:r>
            <a:r>
              <a:rPr lang="da-DK" dirty="0"/>
              <a:t> ea </a:t>
            </a:r>
            <a:r>
              <a:rPr lang="da-DK" dirty="0" err="1"/>
              <a:t>delasd</a:t>
            </a:r>
            <a:r>
              <a:rPr lang="da-DK" dirty="0"/>
              <a:t> </a:t>
            </a:r>
            <a:r>
              <a:rPr lang="da-DK" dirty="0" err="1"/>
              <a:t>asdm</a:t>
            </a:r>
            <a:r>
              <a:rPr lang="da-DK" dirty="0"/>
              <a:t> </a:t>
            </a:r>
            <a:r>
              <a:rPr lang="da-DK" dirty="0" err="1"/>
              <a:t>quis</a:t>
            </a:r>
            <a:r>
              <a:rPr lang="da-DK" dirty="0"/>
              <a:t> </a:t>
            </a:r>
            <a:r>
              <a:rPr lang="da-DK" dirty="0" err="1"/>
              <a:t>mollacc</a:t>
            </a:r>
            <a:r>
              <a:rPr lang="da-DK" dirty="0"/>
              <a:t> </a:t>
            </a:r>
            <a:r>
              <a:rPr lang="da-DK" dirty="0" err="1"/>
              <a:t>usapic</a:t>
            </a:r>
            <a:r>
              <a:rPr lang="da-DK" dirty="0"/>
              <a:t> to od et, </a:t>
            </a:r>
            <a:r>
              <a:rPr lang="da-DK" dirty="0" err="1"/>
              <a:t>que</a:t>
            </a:r>
            <a:r>
              <a:rPr lang="da-DK" dirty="0"/>
              <a:t> et </a:t>
            </a:r>
            <a:r>
              <a:rPr lang="da-DK" dirty="0" err="1"/>
              <a:t>aperore</a:t>
            </a:r>
            <a:r>
              <a:rPr lang="da-DK" dirty="0"/>
              <a:t>, </a:t>
            </a:r>
            <a:r>
              <a:rPr lang="da-DK" dirty="0" err="1"/>
              <a:t>cusandi</a:t>
            </a:r>
            <a:r>
              <a:rPr lang="da-DK" dirty="0"/>
              <a:t> </a:t>
            </a:r>
            <a:r>
              <a:rPr lang="da-DK" dirty="0" err="1"/>
              <a:t>aut</a:t>
            </a:r>
            <a:r>
              <a:rPr lang="da-DK" dirty="0"/>
              <a:t> </a:t>
            </a:r>
            <a:r>
              <a:rPr lang="da-DK" dirty="0" err="1"/>
              <a:t>pelicii</a:t>
            </a:r>
            <a:r>
              <a:rPr lang="da-DK" dirty="0"/>
              <a:t> </a:t>
            </a:r>
            <a:r>
              <a:rPr lang="da-DK" dirty="0" err="1"/>
              <a:t>stotam</a:t>
            </a:r>
            <a:r>
              <a:rPr lang="da-DK" dirty="0"/>
              <a:t> </a:t>
            </a:r>
            <a:r>
              <a:rPr lang="da-DK" dirty="0" err="1"/>
              <a:t>disciis</a:t>
            </a:r>
            <a:r>
              <a:rPr lang="da-DK" dirty="0"/>
              <a:t> si te pa </a:t>
            </a:r>
            <a:r>
              <a:rPr lang="da-DK" dirty="0" err="1"/>
              <a:t>voles</a:t>
            </a:r>
            <a:r>
              <a:rPr lang="da-DK" dirty="0"/>
              <a:t> </a:t>
            </a:r>
            <a:r>
              <a:rPr lang="da-DK" dirty="0" err="1"/>
              <a:t>esendi</a:t>
            </a:r>
            <a:r>
              <a:rPr lang="da-DK" dirty="0"/>
              <a:t> </a:t>
            </a:r>
            <a:r>
              <a:rPr lang="da-DK" dirty="0" err="1"/>
              <a:t>volupiet</a:t>
            </a:r>
            <a:r>
              <a:rPr lang="da-DK" dirty="0"/>
              <a:t> </a:t>
            </a:r>
            <a:r>
              <a:rPr lang="da-DK" dirty="0" err="1"/>
              <a:t>omnis</a:t>
            </a:r>
            <a:r>
              <a:rPr lang="da-DK" dirty="0"/>
              <a:t> </a:t>
            </a:r>
            <a:r>
              <a:rPr lang="da-DK" dirty="0" err="1"/>
              <a:t>enihili</a:t>
            </a:r>
            <a:r>
              <a:rPr lang="da-DK" dirty="0"/>
              <a:t> </a:t>
            </a:r>
            <a:r>
              <a:rPr lang="da-DK" dirty="0" err="1"/>
              <a:t>tatiandam</a:t>
            </a:r>
            <a:r>
              <a:rPr lang="da-DK" dirty="0"/>
              <a:t> et </a:t>
            </a:r>
            <a:r>
              <a:rPr lang="da-DK" dirty="0" err="1"/>
              <a:t>hari</a:t>
            </a:r>
            <a:r>
              <a:rPr lang="da-DK" dirty="0"/>
              <a:t> </a:t>
            </a:r>
            <a:r>
              <a:rPr lang="da-DK" dirty="0" err="1"/>
              <a:t>ate</a:t>
            </a:r>
            <a:r>
              <a:rPr lang="da-DK" dirty="0"/>
              <a:t> </a:t>
            </a:r>
            <a:r>
              <a:rPr lang="da-DK" dirty="0" err="1"/>
              <a:t>aut</a:t>
            </a:r>
            <a:r>
              <a:rPr lang="da-DK" dirty="0"/>
              <a:t> re peribus et </a:t>
            </a:r>
            <a:r>
              <a:rPr lang="da-DK" dirty="0" err="1"/>
              <a:t>ellabo</a:t>
            </a:r>
            <a:r>
              <a:rPr lang="da-DK" dirty="0"/>
              <a:t>. </a:t>
            </a:r>
            <a:r>
              <a:rPr lang="da-DK" dirty="0" err="1"/>
              <a:t>Um</a:t>
            </a:r>
            <a:r>
              <a:rPr lang="da-DK" dirty="0"/>
              <a:t> </a:t>
            </a:r>
            <a:r>
              <a:rPr lang="da-DK" dirty="0" err="1"/>
              <a:t>quat</a:t>
            </a:r>
            <a:r>
              <a:rPr lang="da-DK" dirty="0"/>
              <a:t>.</a:t>
            </a:r>
          </a:p>
          <a:p>
            <a:r>
              <a:rPr lang="da-DK" dirty="0" err="1"/>
              <a:t>Beaquamus</a:t>
            </a:r>
            <a:r>
              <a:rPr lang="da-DK" dirty="0"/>
              <a:t> </a:t>
            </a:r>
            <a:r>
              <a:rPr lang="da-DK" dirty="0" err="1"/>
              <a:t>quasin</a:t>
            </a:r>
            <a:r>
              <a:rPr lang="da-DK" dirty="0"/>
              <a:t> </a:t>
            </a:r>
            <a:r>
              <a:rPr lang="da-DK" dirty="0" err="1"/>
              <a:t>conseque</a:t>
            </a:r>
            <a:r>
              <a:rPr lang="da-DK" dirty="0"/>
              <a:t> </a:t>
            </a:r>
            <a:r>
              <a:rPr lang="da-DK" dirty="0" err="1"/>
              <a:t>commod</a:t>
            </a:r>
            <a:r>
              <a:rPr lang="da-DK" dirty="0"/>
              <a:t> </a:t>
            </a:r>
            <a:r>
              <a:rPr lang="da-DK" dirty="0" err="1"/>
              <a:t>quamenistrum</a:t>
            </a:r>
            <a:r>
              <a:rPr lang="da-DK" dirty="0"/>
              <a:t> </a:t>
            </a:r>
            <a:r>
              <a:rPr lang="da-DK" dirty="0" err="1"/>
              <a:t>ipsunto</a:t>
            </a:r>
            <a:r>
              <a:rPr lang="da-DK" dirty="0"/>
              <a:t> te </a:t>
            </a:r>
            <a:r>
              <a:rPr lang="da-DK" dirty="0" err="1"/>
              <a:t>volum</a:t>
            </a:r>
            <a:r>
              <a:rPr lang="da-DK" dirty="0"/>
              <a:t> re </a:t>
            </a:r>
            <a:r>
              <a:rPr lang="da-DK" dirty="0" err="1"/>
              <a:t>omnimpo</a:t>
            </a:r>
            <a:r>
              <a:rPr lang="da-DK" dirty="0"/>
              <a:t> </a:t>
            </a:r>
            <a:r>
              <a:rPr lang="da-DK" dirty="0" err="1"/>
              <a:t>reiciae</a:t>
            </a:r>
            <a:r>
              <a:rPr lang="da-DK" dirty="0"/>
              <a:t> </a:t>
            </a:r>
            <a:r>
              <a:rPr lang="da-DK" dirty="0" err="1"/>
              <a:t>ctiandi</a:t>
            </a:r>
            <a:r>
              <a:rPr lang="da-DK" dirty="0"/>
              <a:t> </a:t>
            </a:r>
            <a:r>
              <a:rPr lang="da-DK" dirty="0" err="1"/>
              <a:t>tatem</a:t>
            </a:r>
            <a:r>
              <a:rPr lang="da-DK" dirty="0"/>
              <a:t>. </a:t>
            </a:r>
            <a:r>
              <a:rPr lang="da-DK" dirty="0" err="1"/>
              <a:t>Olupiendis</a:t>
            </a:r>
            <a:r>
              <a:rPr lang="da-DK" dirty="0"/>
              <a:t> a </a:t>
            </a:r>
            <a:r>
              <a:rPr lang="da-DK" dirty="0" err="1"/>
              <a:t>parum</a:t>
            </a:r>
            <a:r>
              <a:rPr lang="da-DK" dirty="0"/>
              <a:t> </a:t>
            </a:r>
            <a:r>
              <a:rPr lang="da-DK" dirty="0" err="1"/>
              <a:t>eum</a:t>
            </a:r>
            <a:r>
              <a:rPr lang="da-DK" dirty="0"/>
              <a:t> </a:t>
            </a:r>
            <a:r>
              <a:rPr lang="da-DK" dirty="0" err="1"/>
              <a:t>inum</a:t>
            </a:r>
            <a:r>
              <a:rPr lang="da-DK" dirty="0"/>
              <a:t> </a:t>
            </a:r>
            <a:r>
              <a:rPr lang="da-DK" dirty="0" err="1"/>
              <a:t>quae</a:t>
            </a:r>
            <a:r>
              <a:rPr lang="da-DK" dirty="0"/>
              <a:t> ex et </a:t>
            </a:r>
            <a:r>
              <a:rPr lang="da-DK" dirty="0" err="1"/>
              <a:t>et</a:t>
            </a:r>
            <a:r>
              <a:rPr lang="da-DK" dirty="0"/>
              <a:t> </a:t>
            </a:r>
            <a:r>
              <a:rPr lang="da-DK" dirty="0" err="1"/>
              <a:t>dendis</a:t>
            </a:r>
            <a:r>
              <a:rPr lang="da-DK" dirty="0"/>
              <a:t> </a:t>
            </a:r>
            <a:r>
              <a:rPr lang="da-DK" dirty="0" err="1"/>
              <a:t>doluptatibus</a:t>
            </a:r>
            <a:r>
              <a:rPr lang="da-DK" dirty="0"/>
              <a:t> </a:t>
            </a:r>
            <a:r>
              <a:rPr lang="da-DK" dirty="0" err="1"/>
              <a:t>audignis</a:t>
            </a:r>
            <a:r>
              <a:rPr lang="da-DK" dirty="0"/>
              <a:t> </a:t>
            </a:r>
            <a:r>
              <a:rPr lang="da-DK" dirty="0" err="1"/>
              <a:t>apidel</a:t>
            </a:r>
            <a:r>
              <a:rPr lang="da-DK" dirty="0"/>
              <a:t> </a:t>
            </a:r>
            <a:r>
              <a:rPr lang="da-DK" dirty="0" err="1"/>
              <a:t>ipis</a:t>
            </a:r>
            <a:r>
              <a:rPr lang="da-DK" dirty="0"/>
              <a:t> et </a:t>
            </a:r>
            <a:r>
              <a:rPr lang="da-DK" dirty="0" err="1"/>
              <a:t>vellorr</a:t>
            </a:r>
            <a:r>
              <a:rPr lang="da-DK" dirty="0"/>
              <a:t> </a:t>
            </a:r>
            <a:r>
              <a:rPr lang="da-DK" dirty="0" err="1"/>
              <a:t>orporeiument</a:t>
            </a:r>
            <a:r>
              <a:rPr lang="da-DK" dirty="0"/>
              <a:t> </a:t>
            </a:r>
            <a:r>
              <a:rPr lang="da-DK" dirty="0" err="1"/>
              <a:t>quiste</a:t>
            </a:r>
            <a:r>
              <a:rPr lang="da-DK" dirty="0"/>
              <a:t> </a:t>
            </a:r>
            <a:r>
              <a:rPr lang="da-DK" dirty="0" err="1"/>
              <a:t>num</a:t>
            </a:r>
            <a:r>
              <a:rPr lang="da-DK" dirty="0"/>
              <a:t> </a:t>
            </a:r>
            <a:r>
              <a:rPr lang="da-DK" dirty="0" err="1"/>
              <a:t>volum</a:t>
            </a:r>
            <a:r>
              <a:rPr lang="da-DK" dirty="0"/>
              <a:t> </a:t>
            </a:r>
            <a:r>
              <a:rPr lang="da-DK" dirty="0" err="1"/>
              <a:t>voluptatquae</a:t>
            </a:r>
            <a:r>
              <a:rPr lang="da-DK" dirty="0"/>
              <a:t> </a:t>
            </a:r>
            <a:r>
              <a:rPr lang="da-DK" dirty="0" err="1"/>
              <a:t>iusdam</a:t>
            </a:r>
            <a:r>
              <a:rPr lang="da-DK" dirty="0"/>
              <a:t> </a:t>
            </a:r>
            <a:r>
              <a:rPr lang="da-DK" dirty="0" err="1"/>
              <a:t>aut</a:t>
            </a:r>
            <a:r>
              <a:rPr lang="da-DK" dirty="0"/>
              <a:t> </a:t>
            </a:r>
            <a:r>
              <a:rPr lang="da-DK" dirty="0" err="1"/>
              <a:t>ditate</a:t>
            </a:r>
            <a:r>
              <a:rPr lang="da-DK" dirty="0"/>
              <a:t> et </a:t>
            </a:r>
            <a:r>
              <a:rPr lang="da-DK" dirty="0" err="1"/>
              <a:t>dolorru</a:t>
            </a:r>
            <a:r>
              <a:rPr lang="da-DK" dirty="0"/>
              <a:t> </a:t>
            </a:r>
            <a:r>
              <a:rPr lang="da-DK" dirty="0" err="1"/>
              <a:t>mquam</a:t>
            </a:r>
            <a:r>
              <a:rPr lang="da-DK" dirty="0"/>
              <a:t>, </a:t>
            </a:r>
            <a:r>
              <a:rPr lang="da-DK" dirty="0" err="1"/>
              <a:t>cuptur</a:t>
            </a:r>
            <a:r>
              <a:rPr lang="da-DK" dirty="0"/>
              <a:t> </a:t>
            </a:r>
            <a:r>
              <a:rPr lang="da-DK" dirty="0" err="1"/>
              <a:t>aliqui</a:t>
            </a:r>
            <a:r>
              <a:rPr lang="da-DK" dirty="0"/>
              <a:t> tempos </a:t>
            </a:r>
            <a:r>
              <a:rPr lang="da-DK" dirty="0" err="1"/>
              <a:t>provit</a:t>
            </a:r>
            <a:r>
              <a:rPr lang="da-DK" dirty="0"/>
              <a:t> </a:t>
            </a:r>
            <a:r>
              <a:rPr lang="da-DK" dirty="0" err="1"/>
              <a:t>qui</a:t>
            </a:r>
            <a:r>
              <a:rPr lang="da-DK" dirty="0"/>
              <a:t> </a:t>
            </a:r>
            <a:r>
              <a:rPr lang="da-DK" dirty="0" err="1"/>
              <a:t>testendam</a:t>
            </a:r>
            <a:r>
              <a:rPr lang="da-DK" dirty="0"/>
              <a:t> </a:t>
            </a:r>
            <a:r>
              <a:rPr lang="da-DK" dirty="0" err="1"/>
              <a:t>aut</a:t>
            </a:r>
            <a:r>
              <a:rPr lang="da-DK" dirty="0"/>
              <a:t> </a:t>
            </a:r>
            <a:r>
              <a:rPr lang="da-DK" dirty="0" err="1"/>
              <a:t>auda</a:t>
            </a:r>
            <a:r>
              <a:rPr lang="da-DK" dirty="0"/>
              <a:t> imi, is </a:t>
            </a:r>
            <a:r>
              <a:rPr lang="da-DK" dirty="0" err="1"/>
              <a:t>essequi</a:t>
            </a:r>
            <a:r>
              <a:rPr lang="da-DK" dirty="0"/>
              <a:t> </a:t>
            </a:r>
            <a:r>
              <a:rPr lang="da-DK" dirty="0" err="1"/>
              <a:t>bera</a:t>
            </a:r>
            <a:r>
              <a:rPr lang="da-DK" dirty="0"/>
              <a:t> </a:t>
            </a:r>
            <a:r>
              <a:rPr lang="da-DK" dirty="0" err="1"/>
              <a:t>vernate</a:t>
            </a:r>
            <a:r>
              <a:rPr lang="da-DK" dirty="0"/>
              <a:t> </a:t>
            </a:r>
            <a:r>
              <a:rPr lang="da-DK" dirty="0" err="1"/>
              <a:t>esto</a:t>
            </a:r>
            <a:r>
              <a:rPr lang="da-DK" dirty="0"/>
              <a:t> </a:t>
            </a:r>
            <a:r>
              <a:rPr lang="da-DK" dirty="0" err="1"/>
              <a:t>conse</a:t>
            </a:r>
            <a:r>
              <a:rPr lang="da-DK" dirty="0"/>
              <a:t> non </a:t>
            </a:r>
            <a:r>
              <a:rPr lang="da-DK" dirty="0" err="1"/>
              <a:t>consequi</a:t>
            </a:r>
            <a:r>
              <a:rPr lang="da-DK" dirty="0"/>
              <a:t> </a:t>
            </a:r>
            <a:r>
              <a:rPr lang="da-DK" dirty="0" err="1"/>
              <a:t>ducipic</a:t>
            </a:r>
            <a:r>
              <a:rPr lang="da-DK" dirty="0"/>
              <a:t> </a:t>
            </a:r>
            <a:r>
              <a:rPr lang="da-DK" dirty="0" err="1"/>
              <a:t>totaquo</a:t>
            </a:r>
            <a:r>
              <a:rPr lang="da-DK" dirty="0"/>
              <a:t> es </a:t>
            </a:r>
            <a:r>
              <a:rPr lang="da-DK" dirty="0" err="1"/>
              <a:t>quid</a:t>
            </a:r>
            <a:r>
              <a:rPr lang="da-DK" dirty="0"/>
              <a:t> </a:t>
            </a:r>
            <a:r>
              <a:rPr lang="da-DK" dirty="0" err="1"/>
              <a:t>utaturibus</a:t>
            </a:r>
            <a:r>
              <a:rPr lang="da-DK" dirty="0"/>
              <a:t> </a:t>
            </a:r>
            <a:r>
              <a:rPr lang="da-DK" dirty="0" err="1"/>
              <a:t>eum</a:t>
            </a:r>
            <a:r>
              <a:rPr lang="da-DK" dirty="0"/>
              <a:t> </a:t>
            </a:r>
            <a:r>
              <a:rPr lang="da-DK" dirty="0" err="1"/>
              <a:t>voleseque</a:t>
            </a:r>
            <a:r>
              <a:rPr lang="da-DK" dirty="0"/>
              <a:t> </a:t>
            </a:r>
            <a:r>
              <a:rPr lang="da-DK" dirty="0" err="1"/>
              <a:t>landell</a:t>
            </a:r>
            <a:r>
              <a:rPr lang="da-DK" dirty="0"/>
              <a:t> </a:t>
            </a:r>
            <a:r>
              <a:rPr lang="da-DK" dirty="0" err="1"/>
              <a:t>ectur</a:t>
            </a:r>
            <a:r>
              <a:rPr lang="da-DK" dirty="0"/>
              <a:t>? </a:t>
            </a:r>
            <a:r>
              <a:rPr lang="da-DK" dirty="0" err="1"/>
              <a:t>Qui</a:t>
            </a:r>
            <a:r>
              <a:rPr lang="da-DK" dirty="0"/>
              <a:t> </a:t>
            </a:r>
            <a:r>
              <a:rPr lang="da-DK" dirty="0" err="1"/>
              <a:t>nullandi</a:t>
            </a:r>
            <a:r>
              <a:rPr lang="da-DK" dirty="0"/>
              <a:t> dis et </a:t>
            </a:r>
            <a:r>
              <a:rPr lang="da-DK" dirty="0" err="1"/>
              <a:t>que</a:t>
            </a:r>
            <a:r>
              <a:rPr lang="da-DK" dirty="0"/>
              <a:t> </a:t>
            </a:r>
            <a:r>
              <a:rPr lang="da-DK" dirty="0" err="1"/>
              <a:t>perum</a:t>
            </a:r>
            <a:r>
              <a:rPr lang="da-DK" dirty="0"/>
              <a:t> </a:t>
            </a:r>
            <a:r>
              <a:rPr lang="da-DK" dirty="0" err="1"/>
              <a:t>rectusae</a:t>
            </a:r>
            <a:r>
              <a:rPr lang="da-DK" dirty="0"/>
              <a:t> et </a:t>
            </a:r>
            <a:r>
              <a:rPr lang="da-DK" dirty="0" err="1"/>
              <a:t>aditas</a:t>
            </a:r>
            <a:r>
              <a:rPr lang="da-DK" dirty="0"/>
              <a:t> </a:t>
            </a:r>
            <a:r>
              <a:rPr lang="da-DK" dirty="0" err="1"/>
              <a:t>dolor</a:t>
            </a:r>
            <a:r>
              <a:rPr lang="da-DK" dirty="0"/>
              <a:t> </a:t>
            </a:r>
            <a:r>
              <a:rPr lang="da-DK" dirty="0" err="1"/>
              <a:t>ant</a:t>
            </a:r>
            <a:r>
              <a:rPr lang="da-DK" dirty="0"/>
              <a:t> </a:t>
            </a:r>
            <a:r>
              <a:rPr lang="da-DK" dirty="0" err="1"/>
              <a:t>liquunt</a:t>
            </a:r>
            <a:r>
              <a:rPr lang="da-DK" dirty="0"/>
              <a:t> fuga. </a:t>
            </a:r>
            <a:r>
              <a:rPr lang="da-DK" dirty="0" err="1"/>
              <a:t>Itat</a:t>
            </a:r>
            <a:r>
              <a:rPr lang="da-DK" dirty="0"/>
              <a:t> </a:t>
            </a:r>
            <a:r>
              <a:rPr lang="da-DK" dirty="0" err="1"/>
              <a:t>earchilis</a:t>
            </a:r>
            <a:r>
              <a:rPr lang="da-DK" dirty="0"/>
              <a:t> </a:t>
            </a:r>
            <a:r>
              <a:rPr lang="da-DK" dirty="0" err="1"/>
              <a:t>accuptat</a:t>
            </a:r>
            <a:r>
              <a:rPr lang="da-DK" dirty="0"/>
              <a:t>.</a:t>
            </a:r>
          </a:p>
          <a:p>
            <a:r>
              <a:rPr lang="da-DK" dirty="0" err="1"/>
              <a:t>Ebis</a:t>
            </a:r>
            <a:r>
              <a:rPr lang="da-DK" dirty="0"/>
              <a:t> </a:t>
            </a:r>
            <a:r>
              <a:rPr lang="da-DK" dirty="0" err="1"/>
              <a:t>evelest</a:t>
            </a:r>
            <a:r>
              <a:rPr lang="da-DK" dirty="0"/>
              <a:t> et res rest </a:t>
            </a:r>
            <a:r>
              <a:rPr lang="da-DK" dirty="0" err="1"/>
              <a:t>que</a:t>
            </a:r>
            <a:r>
              <a:rPr lang="da-DK" dirty="0"/>
              <a:t> </a:t>
            </a:r>
            <a:r>
              <a:rPr lang="da-DK" dirty="0" err="1"/>
              <a:t>conserum</a:t>
            </a:r>
            <a:r>
              <a:rPr lang="da-DK" dirty="0"/>
              <a:t> </a:t>
            </a:r>
            <a:r>
              <a:rPr lang="da-DK" dirty="0" err="1"/>
              <a:t>lautaectem</a:t>
            </a:r>
            <a:r>
              <a:rPr lang="da-DK" dirty="0"/>
              <a:t> </a:t>
            </a:r>
            <a:r>
              <a:rPr lang="da-DK" dirty="0" err="1"/>
              <a:t>volorpo</a:t>
            </a:r>
            <a:r>
              <a:rPr lang="da-DK" dirty="0"/>
              <a:t> </a:t>
            </a:r>
            <a:r>
              <a:rPr lang="da-DK" dirty="0" err="1"/>
              <a:t>remporrum</a:t>
            </a:r>
            <a:r>
              <a:rPr lang="da-DK" dirty="0"/>
              <a:t> </a:t>
            </a:r>
            <a:r>
              <a:rPr lang="da-DK" dirty="0" err="1"/>
              <a:t>velloru</a:t>
            </a:r>
            <a:r>
              <a:rPr lang="da-DK" dirty="0"/>
              <a:t> </a:t>
            </a:r>
            <a:r>
              <a:rPr lang="da-DK" dirty="0" err="1"/>
              <a:t>ptatquia</a:t>
            </a:r>
            <a:r>
              <a:rPr lang="da-DK" dirty="0"/>
              <a:t> </a:t>
            </a:r>
            <a:r>
              <a:rPr lang="da-DK" dirty="0" err="1"/>
              <a:t>conserum</a:t>
            </a:r>
            <a:r>
              <a:rPr lang="da-DK" dirty="0"/>
              <a:t> </a:t>
            </a:r>
            <a:r>
              <a:rPr lang="da-DK" dirty="0" err="1"/>
              <a:t>velignis</a:t>
            </a:r>
            <a:r>
              <a:rPr lang="da-DK" dirty="0"/>
              <a:t> </a:t>
            </a:r>
            <a:r>
              <a:rPr lang="da-DK" dirty="0" err="1"/>
              <a:t>alique</a:t>
            </a:r>
            <a:r>
              <a:rPr lang="da-DK" dirty="0"/>
              <a:t> </a:t>
            </a:r>
            <a:r>
              <a:rPr lang="da-DK" dirty="0" err="1"/>
              <a:t>volupta</a:t>
            </a:r>
            <a:r>
              <a:rPr lang="da-DK" dirty="0"/>
              <a:t> </a:t>
            </a:r>
            <a:r>
              <a:rPr lang="da-DK" dirty="0" err="1"/>
              <a:t>tiusam</a:t>
            </a:r>
            <a:r>
              <a:rPr lang="da-DK" dirty="0"/>
              <a:t> sin nus, quos nitatur? </a:t>
            </a:r>
            <a:r>
              <a:rPr lang="da-DK" dirty="0" err="1"/>
              <a:t>Qui</a:t>
            </a:r>
            <a:r>
              <a:rPr lang="da-DK" dirty="0"/>
              <a:t> </a:t>
            </a:r>
            <a:r>
              <a:rPr lang="da-DK" dirty="0" err="1"/>
              <a:t>quis</a:t>
            </a:r>
            <a:r>
              <a:rPr lang="da-DK" dirty="0"/>
              <a:t> </a:t>
            </a:r>
            <a:r>
              <a:rPr lang="da-DK" dirty="0" err="1"/>
              <a:t>dolorem</a:t>
            </a:r>
            <a:r>
              <a:rPr lang="da-DK" dirty="0"/>
              <a:t> ea </a:t>
            </a:r>
            <a:r>
              <a:rPr lang="da-DK" dirty="0" err="1"/>
              <a:t>delasd</a:t>
            </a:r>
            <a:r>
              <a:rPr lang="da-DK" dirty="0"/>
              <a:t> </a:t>
            </a:r>
            <a:r>
              <a:rPr lang="da-DK" dirty="0" err="1"/>
              <a:t>asdlautaectem</a:t>
            </a:r>
            <a:r>
              <a:rPr lang="da-DK" dirty="0"/>
              <a:t> </a:t>
            </a:r>
            <a:r>
              <a:rPr lang="da-DK" dirty="0" err="1"/>
              <a:t>volorpo</a:t>
            </a:r>
            <a:r>
              <a:rPr lang="da-DK" dirty="0"/>
              <a:t> </a:t>
            </a:r>
            <a:r>
              <a:rPr lang="da-DK" dirty="0" err="1"/>
              <a:t>remporrum</a:t>
            </a:r>
            <a:r>
              <a:rPr lang="da-DK" dirty="0"/>
              <a:t> </a:t>
            </a:r>
            <a:r>
              <a:rPr lang="da-DK" dirty="0" err="1"/>
              <a:t>velloru</a:t>
            </a:r>
            <a:r>
              <a:rPr lang="da-DK" dirty="0"/>
              <a:t> </a:t>
            </a:r>
            <a:r>
              <a:rPr lang="da-DK" dirty="0" err="1"/>
              <a:t>ptatquia</a:t>
            </a:r>
            <a:r>
              <a:rPr lang="da-DK" dirty="0"/>
              <a:t> </a:t>
            </a:r>
            <a:r>
              <a:rPr lang="da-DK" dirty="0" err="1"/>
              <a:t>conserum</a:t>
            </a:r>
            <a:r>
              <a:rPr lang="da-DK" dirty="0"/>
              <a:t> </a:t>
            </a:r>
            <a:r>
              <a:rPr lang="da-DK" dirty="0" err="1"/>
              <a:t>velignis</a:t>
            </a:r>
            <a:r>
              <a:rPr lang="da-DK" dirty="0"/>
              <a:t> </a:t>
            </a:r>
            <a:r>
              <a:rPr lang="da-DK" dirty="0" err="1"/>
              <a:t>alique</a:t>
            </a:r>
            <a:r>
              <a:rPr lang="da-DK" dirty="0"/>
              <a:t> </a:t>
            </a:r>
            <a:r>
              <a:rPr lang="da-DK" dirty="0" err="1"/>
              <a:t>volupta</a:t>
            </a:r>
            <a:r>
              <a:rPr lang="da-DK" dirty="0"/>
              <a:t> </a:t>
            </a:r>
            <a:r>
              <a:rPr lang="da-DK" dirty="0" err="1"/>
              <a:t>tiusam</a:t>
            </a:r>
            <a:r>
              <a:rPr lang="da-DK" dirty="0"/>
              <a:t> sin nus, quos nitatur? </a:t>
            </a:r>
            <a:r>
              <a:rPr lang="da-DK" dirty="0" err="1"/>
              <a:t>Qui</a:t>
            </a:r>
            <a:r>
              <a:rPr lang="da-DK" dirty="0"/>
              <a:t> </a:t>
            </a:r>
            <a:r>
              <a:rPr lang="da-DK" dirty="0" err="1"/>
              <a:t>quis</a:t>
            </a:r>
            <a:r>
              <a:rPr lang="da-DK" dirty="0"/>
              <a:t> </a:t>
            </a:r>
            <a:r>
              <a:rPr lang="da-DK" dirty="0" err="1"/>
              <a:t>dolorem</a:t>
            </a:r>
            <a:r>
              <a:rPr lang="da-DK" dirty="0"/>
              <a:t> ea </a:t>
            </a:r>
            <a:r>
              <a:rPr lang="da-DK" dirty="0" err="1"/>
              <a:t>delasd</a:t>
            </a:r>
            <a:r>
              <a:rPr lang="da-DK" dirty="0"/>
              <a:t> </a:t>
            </a:r>
            <a:r>
              <a:rPr lang="da-DK" dirty="0" err="1"/>
              <a:t>asd</a:t>
            </a:r>
            <a:r>
              <a:rPr lang="da-DK" dirty="0"/>
              <a:t>.</a:t>
            </a:r>
          </a:p>
        </p:txBody>
      </p:sp>
    </p:spTree>
    <p:extLst>
      <p:ext uri="{BB962C8B-B14F-4D97-AF65-F5344CB8AC3E}">
        <p14:creationId xmlns:p14="http://schemas.microsoft.com/office/powerpoint/2010/main" val="7708014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objects - Blue">
    <p:spTree>
      <p:nvGrpSpPr>
        <p:cNvPr id="1" name=""/>
        <p:cNvGrpSpPr/>
        <p:nvPr/>
      </p:nvGrpSpPr>
      <p:grpSpPr>
        <a:xfrm>
          <a:off x="0" y="0"/>
          <a:ext cx="0" cy="0"/>
          <a:chOff x="0" y="0"/>
          <a:chExt cx="0" cy="0"/>
        </a:xfrm>
      </p:grpSpPr>
      <p:sp>
        <p:nvSpPr>
          <p:cNvPr id="4" name="Pladsholder til indhold 3"/>
          <p:cNvSpPr>
            <a:spLocks noGrp="1"/>
          </p:cNvSpPr>
          <p:nvPr>
            <p:ph sz="half" idx="2"/>
          </p:nvPr>
        </p:nvSpPr>
        <p:spPr>
          <a:xfrm>
            <a:off x="5810249" y="1825625"/>
            <a:ext cx="5600700" cy="3739133"/>
          </a:xfrm>
          <a:blipFill>
            <a:blip r:embed="rId2"/>
            <a:stretch>
              <a:fillRect/>
            </a:stretch>
          </a:blipFill>
        </p:spPr>
        <p:txBody>
          <a:bodyPr/>
          <a:lstStyle/>
          <a:p>
            <a:pPr lvl="0"/>
            <a:r>
              <a:rPr lang="en-US"/>
              <a:t>Click to edit Master text styles</a:t>
            </a:r>
          </a:p>
        </p:txBody>
      </p:sp>
      <p:pic>
        <p:nvPicPr>
          <p:cNvPr id="8" name="Billede 7"/>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163174" y="627063"/>
            <a:ext cx="1247775" cy="561975"/>
          </a:xfrm>
          <a:prstGeom prst="rect">
            <a:avLst/>
          </a:prstGeom>
        </p:spPr>
      </p:pic>
      <p:sp>
        <p:nvSpPr>
          <p:cNvPr id="9" name="Rektangel 8"/>
          <p:cNvSpPr/>
          <p:nvPr userDrawn="1"/>
        </p:nvSpPr>
        <p:spPr>
          <a:xfrm>
            <a:off x="-1" y="6296025"/>
            <a:ext cx="12192001" cy="561975"/>
          </a:xfrm>
          <a:prstGeom prst="rect">
            <a:avLst/>
          </a:prstGeom>
          <a:solidFill>
            <a:srgbClr val="0026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11" name="Titel 1"/>
          <p:cNvSpPr>
            <a:spLocks noGrp="1"/>
          </p:cNvSpPr>
          <p:nvPr>
            <p:ph type="title" hasCustomPrompt="1"/>
          </p:nvPr>
        </p:nvSpPr>
        <p:spPr>
          <a:xfrm>
            <a:off x="647700" y="427037"/>
            <a:ext cx="9343323" cy="1063625"/>
          </a:xfrm>
        </p:spPr>
        <p:txBody>
          <a:bodyPr>
            <a:normAutofit/>
          </a:bodyPr>
          <a:lstStyle>
            <a:lvl1pPr>
              <a:defRPr sz="4000" b="1">
                <a:solidFill>
                  <a:srgbClr val="00265A"/>
                </a:solidFill>
                <a:latin typeface="+mn-lt"/>
              </a:defRPr>
            </a:lvl1pPr>
          </a:lstStyle>
          <a:p>
            <a:r>
              <a:rPr lang="da-DK" dirty="0"/>
              <a:t>Slide </a:t>
            </a:r>
            <a:r>
              <a:rPr lang="da-DK" dirty="0" err="1"/>
              <a:t>title</a:t>
            </a:r>
            <a:endParaRPr lang="da-DK" dirty="0"/>
          </a:p>
        </p:txBody>
      </p:sp>
      <p:pic>
        <p:nvPicPr>
          <p:cNvPr id="12" name="Billede 11"/>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957733" y="6418914"/>
            <a:ext cx="2560542" cy="384081"/>
          </a:xfrm>
          <a:prstGeom prst="rect">
            <a:avLst/>
          </a:prstGeom>
        </p:spPr>
      </p:pic>
      <p:sp>
        <p:nvSpPr>
          <p:cNvPr id="13" name="Pladsholder til indhold 4"/>
          <p:cNvSpPr>
            <a:spLocks noGrp="1"/>
          </p:cNvSpPr>
          <p:nvPr>
            <p:ph sz="quarter" idx="11" hasCustomPrompt="1"/>
          </p:nvPr>
        </p:nvSpPr>
        <p:spPr>
          <a:xfrm>
            <a:off x="680720" y="1818640"/>
            <a:ext cx="3759200" cy="4338321"/>
          </a:xfrm>
        </p:spPr>
        <p:txBody>
          <a:bodyPr>
            <a:normAutofit/>
          </a:bodyPr>
          <a:lstStyle>
            <a:lvl1pPr>
              <a:defRPr sz="1300"/>
            </a:lvl1pPr>
          </a:lstStyle>
          <a:p>
            <a:r>
              <a:rPr lang="da-DK" dirty="0" err="1"/>
              <a:t>Aperibuscimod</a:t>
            </a:r>
            <a:r>
              <a:rPr lang="da-DK" dirty="0"/>
              <a:t> </a:t>
            </a:r>
            <a:r>
              <a:rPr lang="da-DK" dirty="0" err="1"/>
              <a:t>quatem</a:t>
            </a:r>
            <a:r>
              <a:rPr lang="da-DK" dirty="0"/>
              <a:t> lam </a:t>
            </a:r>
            <a:r>
              <a:rPr lang="da-DK" dirty="0" err="1"/>
              <a:t>faccullabor</a:t>
            </a:r>
            <a:r>
              <a:rPr lang="da-DK" dirty="0"/>
              <a:t> re </a:t>
            </a:r>
            <a:r>
              <a:rPr lang="da-DK" dirty="0" err="1"/>
              <a:t>quidit</a:t>
            </a:r>
            <a:r>
              <a:rPr lang="da-DK" dirty="0"/>
              <a:t> </a:t>
            </a:r>
            <a:r>
              <a:rPr lang="da-DK" dirty="0" err="1"/>
              <a:t>dolo</a:t>
            </a:r>
            <a:r>
              <a:rPr lang="da-DK" dirty="0"/>
              <a:t> </a:t>
            </a:r>
            <a:r>
              <a:rPr lang="da-DK" dirty="0" err="1"/>
              <a:t>quas</a:t>
            </a:r>
            <a:r>
              <a:rPr lang="da-DK" dirty="0"/>
              <a:t> ea nos et la </a:t>
            </a:r>
            <a:r>
              <a:rPr lang="da-DK" dirty="0" err="1"/>
              <a:t>velenim</a:t>
            </a:r>
            <a:r>
              <a:rPr lang="da-DK" dirty="0"/>
              <a:t> </a:t>
            </a:r>
            <a:r>
              <a:rPr lang="da-DK" dirty="0" err="1"/>
              <a:t>aximus</a:t>
            </a:r>
            <a:r>
              <a:rPr lang="da-DK" dirty="0"/>
              <a:t>, </a:t>
            </a:r>
            <a:r>
              <a:rPr lang="da-DK" dirty="0" err="1"/>
              <a:t>commosantur</a:t>
            </a:r>
            <a:r>
              <a:rPr lang="da-DK" dirty="0"/>
              <a:t>?</a:t>
            </a:r>
          </a:p>
          <a:p>
            <a:r>
              <a:rPr lang="da-DK" dirty="0" err="1"/>
              <a:t>Harios</a:t>
            </a:r>
            <a:r>
              <a:rPr lang="da-DK" dirty="0"/>
              <a:t> </a:t>
            </a:r>
            <a:r>
              <a:rPr lang="da-DK" dirty="0" err="1"/>
              <a:t>dollabo</a:t>
            </a:r>
            <a:r>
              <a:rPr lang="da-DK" dirty="0"/>
              <a:t>. Nam </a:t>
            </a:r>
            <a:r>
              <a:rPr lang="da-DK" dirty="0" err="1"/>
              <a:t>quis</a:t>
            </a:r>
            <a:r>
              <a:rPr lang="da-DK" dirty="0"/>
              <a:t> </a:t>
            </a:r>
            <a:r>
              <a:rPr lang="da-DK" dirty="0" err="1"/>
              <a:t>mollacc</a:t>
            </a:r>
            <a:r>
              <a:rPr lang="da-DK" dirty="0"/>
              <a:t> </a:t>
            </a:r>
            <a:r>
              <a:rPr lang="da-DK" dirty="0" err="1"/>
              <a:t>usapic</a:t>
            </a:r>
            <a:r>
              <a:rPr lang="da-DK" dirty="0"/>
              <a:t> to od et, </a:t>
            </a:r>
            <a:r>
              <a:rPr lang="da-DK" dirty="0" err="1"/>
              <a:t>que</a:t>
            </a:r>
            <a:r>
              <a:rPr lang="da-DK" dirty="0"/>
              <a:t> et </a:t>
            </a:r>
            <a:r>
              <a:rPr lang="da-DK" dirty="0" err="1"/>
              <a:t>aperore</a:t>
            </a:r>
            <a:r>
              <a:rPr lang="da-DK" dirty="0"/>
              <a:t>, </a:t>
            </a:r>
            <a:r>
              <a:rPr lang="da-DK" dirty="0" err="1"/>
              <a:t>cusandi</a:t>
            </a:r>
            <a:r>
              <a:rPr lang="da-DK" dirty="0"/>
              <a:t> </a:t>
            </a:r>
            <a:r>
              <a:rPr lang="da-DK" dirty="0" err="1"/>
              <a:t>aut</a:t>
            </a:r>
            <a:r>
              <a:rPr lang="da-DK" dirty="0"/>
              <a:t> </a:t>
            </a:r>
            <a:r>
              <a:rPr lang="da-DK" dirty="0" err="1"/>
              <a:t>pelicii</a:t>
            </a:r>
            <a:r>
              <a:rPr lang="da-DK" dirty="0"/>
              <a:t> </a:t>
            </a:r>
            <a:r>
              <a:rPr lang="da-DK" dirty="0" err="1"/>
              <a:t>stotam</a:t>
            </a:r>
            <a:r>
              <a:rPr lang="da-DK" dirty="0"/>
              <a:t> </a:t>
            </a:r>
            <a:r>
              <a:rPr lang="da-DK" dirty="0" err="1"/>
              <a:t>disciis</a:t>
            </a:r>
            <a:r>
              <a:rPr lang="da-DK" dirty="0"/>
              <a:t> si te pa </a:t>
            </a:r>
            <a:r>
              <a:rPr lang="da-DK" dirty="0" err="1"/>
              <a:t>voles</a:t>
            </a:r>
            <a:r>
              <a:rPr lang="da-DK" dirty="0"/>
              <a:t> </a:t>
            </a:r>
            <a:r>
              <a:rPr lang="da-DK" dirty="0" err="1"/>
              <a:t>esendi</a:t>
            </a:r>
            <a:r>
              <a:rPr lang="da-DK" dirty="0"/>
              <a:t> </a:t>
            </a:r>
            <a:r>
              <a:rPr lang="da-DK" dirty="0" err="1"/>
              <a:t>volupiet</a:t>
            </a:r>
            <a:r>
              <a:rPr lang="da-DK" dirty="0"/>
              <a:t> </a:t>
            </a:r>
            <a:r>
              <a:rPr lang="da-DK" dirty="0" err="1"/>
              <a:t>omnis</a:t>
            </a:r>
            <a:r>
              <a:rPr lang="da-DK" dirty="0"/>
              <a:t> </a:t>
            </a:r>
            <a:r>
              <a:rPr lang="da-DK" dirty="0" err="1"/>
              <a:t>enihili</a:t>
            </a:r>
            <a:r>
              <a:rPr lang="da-DK" dirty="0"/>
              <a:t> </a:t>
            </a:r>
            <a:r>
              <a:rPr lang="da-DK" dirty="0" err="1"/>
              <a:t>tatiandam</a:t>
            </a:r>
            <a:r>
              <a:rPr lang="da-DK" dirty="0"/>
              <a:t> et </a:t>
            </a:r>
            <a:r>
              <a:rPr lang="da-DK" dirty="0" err="1"/>
              <a:t>hari</a:t>
            </a:r>
            <a:r>
              <a:rPr lang="da-DK" dirty="0"/>
              <a:t> </a:t>
            </a:r>
            <a:r>
              <a:rPr lang="da-DK" dirty="0" err="1"/>
              <a:t>ate</a:t>
            </a:r>
            <a:r>
              <a:rPr lang="da-DK" dirty="0"/>
              <a:t> </a:t>
            </a:r>
            <a:r>
              <a:rPr lang="da-DK" dirty="0" err="1"/>
              <a:t>aut</a:t>
            </a:r>
            <a:r>
              <a:rPr lang="da-DK" dirty="0"/>
              <a:t> re peribus et </a:t>
            </a:r>
            <a:r>
              <a:rPr lang="da-DK" dirty="0" err="1"/>
              <a:t>ellabo</a:t>
            </a:r>
            <a:r>
              <a:rPr lang="da-DK" dirty="0"/>
              <a:t>. </a:t>
            </a:r>
            <a:r>
              <a:rPr lang="da-DK" dirty="0" err="1"/>
              <a:t>Um</a:t>
            </a:r>
            <a:r>
              <a:rPr lang="da-DK" dirty="0"/>
              <a:t> </a:t>
            </a:r>
            <a:r>
              <a:rPr lang="da-DK" dirty="0" err="1"/>
              <a:t>quat</a:t>
            </a:r>
            <a:r>
              <a:rPr lang="da-DK" dirty="0"/>
              <a:t>.</a:t>
            </a:r>
          </a:p>
          <a:p>
            <a:r>
              <a:rPr lang="da-DK" dirty="0" err="1"/>
              <a:t>Beaquamus</a:t>
            </a:r>
            <a:r>
              <a:rPr lang="da-DK" dirty="0"/>
              <a:t> </a:t>
            </a:r>
            <a:r>
              <a:rPr lang="da-DK" dirty="0" err="1"/>
              <a:t>quasin</a:t>
            </a:r>
            <a:r>
              <a:rPr lang="da-DK" dirty="0"/>
              <a:t> </a:t>
            </a:r>
            <a:r>
              <a:rPr lang="da-DK" dirty="0" err="1"/>
              <a:t>conseque</a:t>
            </a:r>
            <a:r>
              <a:rPr lang="da-DK" dirty="0"/>
              <a:t> </a:t>
            </a:r>
            <a:r>
              <a:rPr lang="da-DK" dirty="0" err="1"/>
              <a:t>commod</a:t>
            </a:r>
            <a:r>
              <a:rPr lang="da-DK" dirty="0"/>
              <a:t> </a:t>
            </a:r>
            <a:r>
              <a:rPr lang="da-DK" dirty="0" err="1"/>
              <a:t>quamenistrum</a:t>
            </a:r>
            <a:r>
              <a:rPr lang="da-DK" dirty="0"/>
              <a:t> </a:t>
            </a:r>
            <a:r>
              <a:rPr lang="da-DK" dirty="0" err="1"/>
              <a:t>ipsunto</a:t>
            </a:r>
            <a:r>
              <a:rPr lang="da-DK" dirty="0"/>
              <a:t> te </a:t>
            </a:r>
            <a:r>
              <a:rPr lang="da-DK" dirty="0" err="1"/>
              <a:t>volum</a:t>
            </a:r>
            <a:r>
              <a:rPr lang="da-DK" dirty="0"/>
              <a:t> re </a:t>
            </a:r>
            <a:r>
              <a:rPr lang="da-DK" dirty="0" err="1"/>
              <a:t>omnimpo</a:t>
            </a:r>
            <a:r>
              <a:rPr lang="da-DK" dirty="0"/>
              <a:t> </a:t>
            </a:r>
            <a:r>
              <a:rPr lang="da-DK" dirty="0" err="1"/>
              <a:t>reiciae</a:t>
            </a:r>
            <a:r>
              <a:rPr lang="da-DK" dirty="0"/>
              <a:t> </a:t>
            </a:r>
            <a:r>
              <a:rPr lang="da-DK" dirty="0" err="1"/>
              <a:t>ctiandi</a:t>
            </a:r>
            <a:r>
              <a:rPr lang="da-DK" dirty="0"/>
              <a:t> </a:t>
            </a:r>
            <a:r>
              <a:rPr lang="da-DK" dirty="0" err="1"/>
              <a:t>tatem</a:t>
            </a:r>
            <a:r>
              <a:rPr lang="da-DK" dirty="0"/>
              <a:t>. </a:t>
            </a:r>
            <a:r>
              <a:rPr lang="da-DK" dirty="0" err="1"/>
              <a:t>Olupiendis</a:t>
            </a:r>
            <a:r>
              <a:rPr lang="da-DK" dirty="0"/>
              <a:t> a </a:t>
            </a:r>
            <a:r>
              <a:rPr lang="da-DK" dirty="0" err="1"/>
              <a:t>parum</a:t>
            </a:r>
            <a:r>
              <a:rPr lang="da-DK" dirty="0"/>
              <a:t> </a:t>
            </a:r>
            <a:r>
              <a:rPr lang="da-DK" dirty="0" err="1"/>
              <a:t>eum</a:t>
            </a:r>
            <a:r>
              <a:rPr lang="da-DK" dirty="0"/>
              <a:t> </a:t>
            </a:r>
            <a:r>
              <a:rPr lang="da-DK" dirty="0" err="1"/>
              <a:t>inum</a:t>
            </a:r>
            <a:r>
              <a:rPr lang="da-DK" dirty="0"/>
              <a:t> </a:t>
            </a:r>
            <a:r>
              <a:rPr lang="da-DK" dirty="0" err="1"/>
              <a:t>quae</a:t>
            </a:r>
            <a:r>
              <a:rPr lang="da-DK" dirty="0"/>
              <a:t> ex et </a:t>
            </a:r>
            <a:r>
              <a:rPr lang="da-DK" dirty="0" err="1"/>
              <a:t>et</a:t>
            </a:r>
            <a:r>
              <a:rPr lang="da-DK" dirty="0"/>
              <a:t> </a:t>
            </a:r>
            <a:r>
              <a:rPr lang="da-DK" dirty="0" err="1"/>
              <a:t>dendis</a:t>
            </a:r>
            <a:r>
              <a:rPr lang="da-DK" dirty="0"/>
              <a:t> </a:t>
            </a:r>
            <a:r>
              <a:rPr lang="da-DK" dirty="0" err="1"/>
              <a:t>doluptatibus</a:t>
            </a:r>
            <a:r>
              <a:rPr lang="da-DK" dirty="0"/>
              <a:t> </a:t>
            </a:r>
            <a:r>
              <a:rPr lang="da-DK" dirty="0" err="1"/>
              <a:t>audignis</a:t>
            </a:r>
            <a:r>
              <a:rPr lang="da-DK" dirty="0"/>
              <a:t> </a:t>
            </a:r>
            <a:r>
              <a:rPr lang="da-DK" dirty="0" err="1"/>
              <a:t>apidel</a:t>
            </a:r>
            <a:r>
              <a:rPr lang="da-DK" dirty="0"/>
              <a:t> </a:t>
            </a:r>
            <a:r>
              <a:rPr lang="da-DK" dirty="0" err="1"/>
              <a:t>ipis</a:t>
            </a:r>
            <a:r>
              <a:rPr lang="da-DK" dirty="0"/>
              <a:t> et </a:t>
            </a:r>
            <a:r>
              <a:rPr lang="da-DK" dirty="0" err="1"/>
              <a:t>vellorr</a:t>
            </a:r>
            <a:r>
              <a:rPr lang="da-DK" dirty="0"/>
              <a:t> </a:t>
            </a:r>
            <a:r>
              <a:rPr lang="da-DK" dirty="0" err="1"/>
              <a:t>orporeiument</a:t>
            </a:r>
            <a:r>
              <a:rPr lang="da-DK" dirty="0"/>
              <a:t> </a:t>
            </a:r>
            <a:r>
              <a:rPr lang="da-DK" dirty="0" err="1"/>
              <a:t>quiste</a:t>
            </a:r>
            <a:r>
              <a:rPr lang="da-DK" dirty="0"/>
              <a:t> </a:t>
            </a:r>
            <a:r>
              <a:rPr lang="da-DK" dirty="0" err="1"/>
              <a:t>num</a:t>
            </a:r>
            <a:r>
              <a:rPr lang="da-DK" dirty="0"/>
              <a:t> </a:t>
            </a:r>
            <a:r>
              <a:rPr lang="da-DK" dirty="0" err="1"/>
              <a:t>volum</a:t>
            </a:r>
            <a:r>
              <a:rPr lang="da-DK" dirty="0"/>
              <a:t> </a:t>
            </a:r>
            <a:r>
              <a:rPr lang="da-DK" dirty="0" err="1"/>
              <a:t>voluptatquae</a:t>
            </a:r>
            <a:r>
              <a:rPr lang="da-DK" dirty="0"/>
              <a:t> </a:t>
            </a:r>
            <a:r>
              <a:rPr lang="da-DK" dirty="0" err="1"/>
              <a:t>iusdam</a:t>
            </a:r>
            <a:r>
              <a:rPr lang="da-DK" dirty="0"/>
              <a:t> </a:t>
            </a:r>
            <a:r>
              <a:rPr lang="da-DK" dirty="0" err="1"/>
              <a:t>aut</a:t>
            </a:r>
            <a:r>
              <a:rPr lang="da-DK" dirty="0"/>
              <a:t> </a:t>
            </a:r>
            <a:r>
              <a:rPr lang="da-DK" dirty="0" err="1"/>
              <a:t>ditate</a:t>
            </a:r>
            <a:r>
              <a:rPr lang="da-DK" dirty="0"/>
              <a:t> et </a:t>
            </a:r>
            <a:r>
              <a:rPr lang="da-DK" dirty="0" err="1"/>
              <a:t>dolorru</a:t>
            </a:r>
            <a:r>
              <a:rPr lang="da-DK" dirty="0"/>
              <a:t> </a:t>
            </a:r>
            <a:r>
              <a:rPr lang="da-DK" dirty="0" err="1"/>
              <a:t>mquam</a:t>
            </a:r>
            <a:r>
              <a:rPr lang="da-DK" dirty="0"/>
              <a:t>, </a:t>
            </a:r>
            <a:r>
              <a:rPr lang="da-DK" dirty="0" err="1"/>
              <a:t>cuptur</a:t>
            </a:r>
            <a:r>
              <a:rPr lang="da-DK" dirty="0"/>
              <a:t> </a:t>
            </a:r>
            <a:r>
              <a:rPr lang="da-DK" dirty="0" err="1"/>
              <a:t>aliqui</a:t>
            </a:r>
            <a:r>
              <a:rPr lang="da-DK" dirty="0"/>
              <a:t> tempos </a:t>
            </a:r>
            <a:r>
              <a:rPr lang="da-DK" dirty="0" err="1"/>
              <a:t>provit</a:t>
            </a:r>
            <a:r>
              <a:rPr lang="da-DK" dirty="0"/>
              <a:t> </a:t>
            </a:r>
            <a:r>
              <a:rPr lang="da-DK" dirty="0" err="1"/>
              <a:t>qui</a:t>
            </a:r>
            <a:r>
              <a:rPr lang="da-DK" dirty="0"/>
              <a:t> </a:t>
            </a:r>
            <a:r>
              <a:rPr lang="da-DK" dirty="0" err="1"/>
              <a:t>testendam</a:t>
            </a:r>
            <a:r>
              <a:rPr lang="da-DK" dirty="0"/>
              <a:t> </a:t>
            </a:r>
            <a:r>
              <a:rPr lang="da-DK" dirty="0" err="1"/>
              <a:t>aut</a:t>
            </a:r>
            <a:r>
              <a:rPr lang="da-DK" dirty="0"/>
              <a:t> </a:t>
            </a:r>
            <a:r>
              <a:rPr lang="da-DK" dirty="0" err="1"/>
              <a:t>auda</a:t>
            </a:r>
            <a:r>
              <a:rPr lang="da-DK" dirty="0"/>
              <a:t> imi, is </a:t>
            </a:r>
            <a:r>
              <a:rPr lang="da-DK" dirty="0" err="1"/>
              <a:t>essequi</a:t>
            </a:r>
            <a:r>
              <a:rPr lang="da-DK" dirty="0"/>
              <a:t> </a:t>
            </a:r>
            <a:r>
              <a:rPr lang="da-DK" dirty="0" err="1"/>
              <a:t>bera</a:t>
            </a:r>
            <a:r>
              <a:rPr lang="da-DK" dirty="0"/>
              <a:t> </a:t>
            </a:r>
            <a:r>
              <a:rPr lang="da-DK" dirty="0" err="1"/>
              <a:t>vernate</a:t>
            </a:r>
            <a:r>
              <a:rPr lang="da-DK" dirty="0"/>
              <a:t> </a:t>
            </a:r>
            <a:r>
              <a:rPr lang="da-DK" dirty="0" err="1"/>
              <a:t>esto</a:t>
            </a:r>
            <a:r>
              <a:rPr lang="da-DK" dirty="0"/>
              <a:t> </a:t>
            </a:r>
            <a:r>
              <a:rPr lang="da-DK" dirty="0" err="1"/>
              <a:t>conse</a:t>
            </a:r>
            <a:r>
              <a:rPr lang="da-DK" dirty="0"/>
              <a:t> non </a:t>
            </a:r>
            <a:r>
              <a:rPr lang="da-DK" dirty="0" err="1"/>
              <a:t>consequi</a:t>
            </a:r>
            <a:r>
              <a:rPr lang="da-DK" dirty="0"/>
              <a:t> </a:t>
            </a:r>
            <a:r>
              <a:rPr lang="da-DK" dirty="0" err="1"/>
              <a:t>ducipic</a:t>
            </a:r>
            <a:r>
              <a:rPr lang="da-DK" dirty="0"/>
              <a:t> </a:t>
            </a:r>
            <a:r>
              <a:rPr lang="da-DK" dirty="0" err="1"/>
              <a:t>totaquo</a:t>
            </a:r>
            <a:endParaRPr lang="da-DK" dirty="0"/>
          </a:p>
        </p:txBody>
      </p:sp>
    </p:spTree>
    <p:extLst>
      <p:ext uri="{BB962C8B-B14F-4D97-AF65-F5344CB8AC3E}">
        <p14:creationId xmlns:p14="http://schemas.microsoft.com/office/powerpoint/2010/main" val="19950387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objects - Orange">
    <p:spTree>
      <p:nvGrpSpPr>
        <p:cNvPr id="1" name=""/>
        <p:cNvGrpSpPr/>
        <p:nvPr/>
      </p:nvGrpSpPr>
      <p:grpSpPr>
        <a:xfrm>
          <a:off x="0" y="0"/>
          <a:ext cx="0" cy="0"/>
          <a:chOff x="0" y="0"/>
          <a:chExt cx="0" cy="0"/>
        </a:xfrm>
      </p:grpSpPr>
      <p:sp>
        <p:nvSpPr>
          <p:cNvPr id="12" name="Rektangel 11"/>
          <p:cNvSpPr/>
          <p:nvPr userDrawn="1"/>
        </p:nvSpPr>
        <p:spPr>
          <a:xfrm>
            <a:off x="-1" y="6296025"/>
            <a:ext cx="12192001" cy="561975"/>
          </a:xfrm>
          <a:prstGeom prst="rect">
            <a:avLst/>
          </a:prstGeom>
          <a:solidFill>
            <a:srgbClr val="EC52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4" name="Pladsholder til indhold 3"/>
          <p:cNvSpPr>
            <a:spLocks noGrp="1"/>
          </p:cNvSpPr>
          <p:nvPr>
            <p:ph sz="half" idx="2"/>
          </p:nvPr>
        </p:nvSpPr>
        <p:spPr>
          <a:xfrm>
            <a:off x="5810249" y="1825625"/>
            <a:ext cx="5600700" cy="3739133"/>
          </a:xfrm>
          <a:blipFill>
            <a:blip r:embed="rId2"/>
            <a:stretch>
              <a:fillRect/>
            </a:stretch>
          </a:blipFill>
        </p:spPr>
        <p:txBody>
          <a:bodyPr/>
          <a:lstStyle/>
          <a:p>
            <a:pPr lvl="0"/>
            <a:r>
              <a:rPr lang="en-US"/>
              <a:t>Click to edit Master text styles</a:t>
            </a:r>
          </a:p>
        </p:txBody>
      </p:sp>
      <p:pic>
        <p:nvPicPr>
          <p:cNvPr id="8" name="Billede 7"/>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163174" y="627063"/>
            <a:ext cx="1247775" cy="561975"/>
          </a:xfrm>
          <a:prstGeom prst="rect">
            <a:avLst/>
          </a:prstGeom>
        </p:spPr>
      </p:pic>
      <p:sp>
        <p:nvSpPr>
          <p:cNvPr id="11" name="Titel 1"/>
          <p:cNvSpPr>
            <a:spLocks noGrp="1"/>
          </p:cNvSpPr>
          <p:nvPr>
            <p:ph type="title" hasCustomPrompt="1"/>
          </p:nvPr>
        </p:nvSpPr>
        <p:spPr>
          <a:xfrm>
            <a:off x="647700" y="427037"/>
            <a:ext cx="9343323" cy="1063625"/>
          </a:xfrm>
        </p:spPr>
        <p:txBody>
          <a:bodyPr>
            <a:normAutofit/>
          </a:bodyPr>
          <a:lstStyle>
            <a:lvl1pPr>
              <a:defRPr sz="4000" b="1">
                <a:solidFill>
                  <a:srgbClr val="00265A"/>
                </a:solidFill>
                <a:latin typeface="+mn-lt"/>
              </a:defRPr>
            </a:lvl1pPr>
          </a:lstStyle>
          <a:p>
            <a:r>
              <a:rPr lang="da-DK" dirty="0"/>
              <a:t>Slide </a:t>
            </a:r>
            <a:r>
              <a:rPr lang="da-DK" dirty="0" err="1"/>
              <a:t>title</a:t>
            </a:r>
            <a:endParaRPr lang="da-DK" dirty="0"/>
          </a:p>
        </p:txBody>
      </p:sp>
      <p:pic>
        <p:nvPicPr>
          <p:cNvPr id="9" name="Billede 8"/>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957733" y="6418914"/>
            <a:ext cx="2560542" cy="384081"/>
          </a:xfrm>
          <a:prstGeom prst="rect">
            <a:avLst/>
          </a:prstGeom>
        </p:spPr>
      </p:pic>
      <p:sp>
        <p:nvSpPr>
          <p:cNvPr id="10" name="Pladsholder til indhold 4"/>
          <p:cNvSpPr>
            <a:spLocks noGrp="1"/>
          </p:cNvSpPr>
          <p:nvPr>
            <p:ph sz="quarter" idx="11" hasCustomPrompt="1"/>
          </p:nvPr>
        </p:nvSpPr>
        <p:spPr>
          <a:xfrm>
            <a:off x="680720" y="1818640"/>
            <a:ext cx="3759200" cy="4338321"/>
          </a:xfrm>
        </p:spPr>
        <p:txBody>
          <a:bodyPr>
            <a:normAutofit/>
          </a:bodyPr>
          <a:lstStyle>
            <a:lvl1pPr>
              <a:defRPr sz="1300"/>
            </a:lvl1pPr>
          </a:lstStyle>
          <a:p>
            <a:r>
              <a:rPr lang="da-DK" dirty="0" err="1"/>
              <a:t>Aperibuscimod</a:t>
            </a:r>
            <a:r>
              <a:rPr lang="da-DK" dirty="0"/>
              <a:t> </a:t>
            </a:r>
            <a:r>
              <a:rPr lang="da-DK" dirty="0" err="1"/>
              <a:t>quatem</a:t>
            </a:r>
            <a:r>
              <a:rPr lang="da-DK" dirty="0"/>
              <a:t> lam </a:t>
            </a:r>
            <a:r>
              <a:rPr lang="da-DK" dirty="0" err="1"/>
              <a:t>faccullabor</a:t>
            </a:r>
            <a:r>
              <a:rPr lang="da-DK" dirty="0"/>
              <a:t> re </a:t>
            </a:r>
            <a:r>
              <a:rPr lang="da-DK" dirty="0" err="1"/>
              <a:t>quidit</a:t>
            </a:r>
            <a:r>
              <a:rPr lang="da-DK" dirty="0"/>
              <a:t> </a:t>
            </a:r>
            <a:r>
              <a:rPr lang="da-DK" dirty="0" err="1"/>
              <a:t>dolo</a:t>
            </a:r>
            <a:r>
              <a:rPr lang="da-DK" dirty="0"/>
              <a:t> </a:t>
            </a:r>
            <a:r>
              <a:rPr lang="da-DK" dirty="0" err="1"/>
              <a:t>quas</a:t>
            </a:r>
            <a:r>
              <a:rPr lang="da-DK" dirty="0"/>
              <a:t> ea nos et la </a:t>
            </a:r>
            <a:r>
              <a:rPr lang="da-DK" dirty="0" err="1"/>
              <a:t>velenim</a:t>
            </a:r>
            <a:r>
              <a:rPr lang="da-DK" dirty="0"/>
              <a:t> </a:t>
            </a:r>
            <a:r>
              <a:rPr lang="da-DK" dirty="0" err="1"/>
              <a:t>aximus</a:t>
            </a:r>
            <a:r>
              <a:rPr lang="da-DK" dirty="0"/>
              <a:t>, </a:t>
            </a:r>
            <a:r>
              <a:rPr lang="da-DK" dirty="0" err="1"/>
              <a:t>commosantur</a:t>
            </a:r>
            <a:r>
              <a:rPr lang="da-DK" dirty="0"/>
              <a:t>?</a:t>
            </a:r>
          </a:p>
          <a:p>
            <a:r>
              <a:rPr lang="da-DK" dirty="0" err="1"/>
              <a:t>Harios</a:t>
            </a:r>
            <a:r>
              <a:rPr lang="da-DK" dirty="0"/>
              <a:t> </a:t>
            </a:r>
            <a:r>
              <a:rPr lang="da-DK" dirty="0" err="1"/>
              <a:t>dollabo</a:t>
            </a:r>
            <a:r>
              <a:rPr lang="da-DK" dirty="0"/>
              <a:t>. Nam </a:t>
            </a:r>
            <a:r>
              <a:rPr lang="da-DK" dirty="0" err="1"/>
              <a:t>quis</a:t>
            </a:r>
            <a:r>
              <a:rPr lang="da-DK" dirty="0"/>
              <a:t> </a:t>
            </a:r>
            <a:r>
              <a:rPr lang="da-DK" dirty="0" err="1"/>
              <a:t>mollacc</a:t>
            </a:r>
            <a:r>
              <a:rPr lang="da-DK" dirty="0"/>
              <a:t> </a:t>
            </a:r>
            <a:r>
              <a:rPr lang="da-DK" dirty="0" err="1"/>
              <a:t>usapic</a:t>
            </a:r>
            <a:r>
              <a:rPr lang="da-DK" dirty="0"/>
              <a:t> to od et, </a:t>
            </a:r>
            <a:r>
              <a:rPr lang="da-DK" dirty="0" err="1"/>
              <a:t>que</a:t>
            </a:r>
            <a:r>
              <a:rPr lang="da-DK" dirty="0"/>
              <a:t> et </a:t>
            </a:r>
            <a:r>
              <a:rPr lang="da-DK" dirty="0" err="1"/>
              <a:t>aperore</a:t>
            </a:r>
            <a:r>
              <a:rPr lang="da-DK" dirty="0"/>
              <a:t>, </a:t>
            </a:r>
            <a:r>
              <a:rPr lang="da-DK" dirty="0" err="1"/>
              <a:t>cusandi</a:t>
            </a:r>
            <a:r>
              <a:rPr lang="da-DK" dirty="0"/>
              <a:t> </a:t>
            </a:r>
            <a:r>
              <a:rPr lang="da-DK" dirty="0" err="1"/>
              <a:t>aut</a:t>
            </a:r>
            <a:r>
              <a:rPr lang="da-DK" dirty="0"/>
              <a:t> </a:t>
            </a:r>
            <a:r>
              <a:rPr lang="da-DK" dirty="0" err="1"/>
              <a:t>pelicii</a:t>
            </a:r>
            <a:r>
              <a:rPr lang="da-DK" dirty="0"/>
              <a:t> </a:t>
            </a:r>
            <a:r>
              <a:rPr lang="da-DK" dirty="0" err="1"/>
              <a:t>stotam</a:t>
            </a:r>
            <a:r>
              <a:rPr lang="da-DK" dirty="0"/>
              <a:t> </a:t>
            </a:r>
            <a:r>
              <a:rPr lang="da-DK" dirty="0" err="1"/>
              <a:t>disciis</a:t>
            </a:r>
            <a:r>
              <a:rPr lang="da-DK" dirty="0"/>
              <a:t> si te pa </a:t>
            </a:r>
            <a:r>
              <a:rPr lang="da-DK" dirty="0" err="1"/>
              <a:t>voles</a:t>
            </a:r>
            <a:r>
              <a:rPr lang="da-DK" dirty="0"/>
              <a:t> </a:t>
            </a:r>
            <a:r>
              <a:rPr lang="da-DK" dirty="0" err="1"/>
              <a:t>esendi</a:t>
            </a:r>
            <a:r>
              <a:rPr lang="da-DK" dirty="0"/>
              <a:t> </a:t>
            </a:r>
            <a:r>
              <a:rPr lang="da-DK" dirty="0" err="1"/>
              <a:t>volupiet</a:t>
            </a:r>
            <a:r>
              <a:rPr lang="da-DK" dirty="0"/>
              <a:t> </a:t>
            </a:r>
            <a:r>
              <a:rPr lang="da-DK" dirty="0" err="1"/>
              <a:t>omnis</a:t>
            </a:r>
            <a:r>
              <a:rPr lang="da-DK" dirty="0"/>
              <a:t> </a:t>
            </a:r>
            <a:r>
              <a:rPr lang="da-DK" dirty="0" err="1"/>
              <a:t>enihili</a:t>
            </a:r>
            <a:r>
              <a:rPr lang="da-DK" dirty="0"/>
              <a:t> </a:t>
            </a:r>
            <a:r>
              <a:rPr lang="da-DK" dirty="0" err="1"/>
              <a:t>tatiandam</a:t>
            </a:r>
            <a:r>
              <a:rPr lang="da-DK" dirty="0"/>
              <a:t> et </a:t>
            </a:r>
            <a:r>
              <a:rPr lang="da-DK" dirty="0" err="1"/>
              <a:t>hari</a:t>
            </a:r>
            <a:r>
              <a:rPr lang="da-DK" dirty="0"/>
              <a:t> </a:t>
            </a:r>
            <a:r>
              <a:rPr lang="da-DK" dirty="0" err="1"/>
              <a:t>ate</a:t>
            </a:r>
            <a:r>
              <a:rPr lang="da-DK" dirty="0"/>
              <a:t> </a:t>
            </a:r>
            <a:r>
              <a:rPr lang="da-DK" dirty="0" err="1"/>
              <a:t>aut</a:t>
            </a:r>
            <a:r>
              <a:rPr lang="da-DK" dirty="0"/>
              <a:t> re peribus et </a:t>
            </a:r>
            <a:r>
              <a:rPr lang="da-DK" dirty="0" err="1"/>
              <a:t>ellabo</a:t>
            </a:r>
            <a:r>
              <a:rPr lang="da-DK" dirty="0"/>
              <a:t>. </a:t>
            </a:r>
            <a:r>
              <a:rPr lang="da-DK" dirty="0" err="1"/>
              <a:t>Um</a:t>
            </a:r>
            <a:r>
              <a:rPr lang="da-DK" dirty="0"/>
              <a:t> </a:t>
            </a:r>
            <a:r>
              <a:rPr lang="da-DK" dirty="0" err="1"/>
              <a:t>quat</a:t>
            </a:r>
            <a:r>
              <a:rPr lang="da-DK" dirty="0"/>
              <a:t>.</a:t>
            </a:r>
          </a:p>
          <a:p>
            <a:r>
              <a:rPr lang="da-DK" dirty="0" err="1"/>
              <a:t>Beaquamus</a:t>
            </a:r>
            <a:r>
              <a:rPr lang="da-DK" dirty="0"/>
              <a:t> </a:t>
            </a:r>
            <a:r>
              <a:rPr lang="da-DK" dirty="0" err="1"/>
              <a:t>quasin</a:t>
            </a:r>
            <a:r>
              <a:rPr lang="da-DK" dirty="0"/>
              <a:t> </a:t>
            </a:r>
            <a:r>
              <a:rPr lang="da-DK" dirty="0" err="1"/>
              <a:t>conseque</a:t>
            </a:r>
            <a:r>
              <a:rPr lang="da-DK" dirty="0"/>
              <a:t> </a:t>
            </a:r>
            <a:r>
              <a:rPr lang="da-DK" dirty="0" err="1"/>
              <a:t>commod</a:t>
            </a:r>
            <a:r>
              <a:rPr lang="da-DK" dirty="0"/>
              <a:t> </a:t>
            </a:r>
            <a:r>
              <a:rPr lang="da-DK" dirty="0" err="1"/>
              <a:t>quamenistrum</a:t>
            </a:r>
            <a:r>
              <a:rPr lang="da-DK" dirty="0"/>
              <a:t> </a:t>
            </a:r>
            <a:r>
              <a:rPr lang="da-DK" dirty="0" err="1"/>
              <a:t>ipsunto</a:t>
            </a:r>
            <a:r>
              <a:rPr lang="da-DK" dirty="0"/>
              <a:t> te </a:t>
            </a:r>
            <a:r>
              <a:rPr lang="da-DK" dirty="0" err="1"/>
              <a:t>volum</a:t>
            </a:r>
            <a:r>
              <a:rPr lang="da-DK" dirty="0"/>
              <a:t> re </a:t>
            </a:r>
            <a:r>
              <a:rPr lang="da-DK" dirty="0" err="1"/>
              <a:t>omnimpo</a:t>
            </a:r>
            <a:r>
              <a:rPr lang="da-DK" dirty="0"/>
              <a:t> </a:t>
            </a:r>
            <a:r>
              <a:rPr lang="da-DK" dirty="0" err="1"/>
              <a:t>reiciae</a:t>
            </a:r>
            <a:r>
              <a:rPr lang="da-DK" dirty="0"/>
              <a:t> </a:t>
            </a:r>
            <a:r>
              <a:rPr lang="da-DK" dirty="0" err="1"/>
              <a:t>ctiandi</a:t>
            </a:r>
            <a:r>
              <a:rPr lang="da-DK" dirty="0"/>
              <a:t> </a:t>
            </a:r>
            <a:r>
              <a:rPr lang="da-DK" dirty="0" err="1"/>
              <a:t>tatem</a:t>
            </a:r>
            <a:r>
              <a:rPr lang="da-DK" dirty="0"/>
              <a:t>. </a:t>
            </a:r>
            <a:r>
              <a:rPr lang="da-DK" dirty="0" err="1"/>
              <a:t>Olupiendis</a:t>
            </a:r>
            <a:r>
              <a:rPr lang="da-DK" dirty="0"/>
              <a:t> a </a:t>
            </a:r>
            <a:r>
              <a:rPr lang="da-DK" dirty="0" err="1"/>
              <a:t>parum</a:t>
            </a:r>
            <a:r>
              <a:rPr lang="da-DK" dirty="0"/>
              <a:t> </a:t>
            </a:r>
            <a:r>
              <a:rPr lang="da-DK" dirty="0" err="1"/>
              <a:t>eum</a:t>
            </a:r>
            <a:r>
              <a:rPr lang="da-DK" dirty="0"/>
              <a:t> </a:t>
            </a:r>
            <a:r>
              <a:rPr lang="da-DK" dirty="0" err="1"/>
              <a:t>inum</a:t>
            </a:r>
            <a:r>
              <a:rPr lang="da-DK" dirty="0"/>
              <a:t> </a:t>
            </a:r>
            <a:r>
              <a:rPr lang="da-DK" dirty="0" err="1"/>
              <a:t>quae</a:t>
            </a:r>
            <a:r>
              <a:rPr lang="da-DK" dirty="0"/>
              <a:t> ex et </a:t>
            </a:r>
            <a:r>
              <a:rPr lang="da-DK" dirty="0" err="1"/>
              <a:t>et</a:t>
            </a:r>
            <a:r>
              <a:rPr lang="da-DK" dirty="0"/>
              <a:t> </a:t>
            </a:r>
            <a:r>
              <a:rPr lang="da-DK" dirty="0" err="1"/>
              <a:t>dendis</a:t>
            </a:r>
            <a:r>
              <a:rPr lang="da-DK" dirty="0"/>
              <a:t> </a:t>
            </a:r>
            <a:r>
              <a:rPr lang="da-DK" dirty="0" err="1"/>
              <a:t>doluptatibus</a:t>
            </a:r>
            <a:r>
              <a:rPr lang="da-DK" dirty="0"/>
              <a:t> </a:t>
            </a:r>
            <a:r>
              <a:rPr lang="da-DK" dirty="0" err="1"/>
              <a:t>audignis</a:t>
            </a:r>
            <a:r>
              <a:rPr lang="da-DK" dirty="0"/>
              <a:t> </a:t>
            </a:r>
            <a:r>
              <a:rPr lang="da-DK" dirty="0" err="1"/>
              <a:t>apidel</a:t>
            </a:r>
            <a:r>
              <a:rPr lang="da-DK" dirty="0"/>
              <a:t> </a:t>
            </a:r>
            <a:r>
              <a:rPr lang="da-DK" dirty="0" err="1"/>
              <a:t>ipis</a:t>
            </a:r>
            <a:r>
              <a:rPr lang="da-DK" dirty="0"/>
              <a:t> et </a:t>
            </a:r>
            <a:r>
              <a:rPr lang="da-DK" dirty="0" err="1"/>
              <a:t>vellorr</a:t>
            </a:r>
            <a:r>
              <a:rPr lang="da-DK" dirty="0"/>
              <a:t> </a:t>
            </a:r>
            <a:r>
              <a:rPr lang="da-DK" dirty="0" err="1"/>
              <a:t>orporeiument</a:t>
            </a:r>
            <a:r>
              <a:rPr lang="da-DK" dirty="0"/>
              <a:t> </a:t>
            </a:r>
            <a:r>
              <a:rPr lang="da-DK" dirty="0" err="1"/>
              <a:t>quiste</a:t>
            </a:r>
            <a:r>
              <a:rPr lang="da-DK" dirty="0"/>
              <a:t> </a:t>
            </a:r>
            <a:r>
              <a:rPr lang="da-DK" dirty="0" err="1"/>
              <a:t>num</a:t>
            </a:r>
            <a:r>
              <a:rPr lang="da-DK" dirty="0"/>
              <a:t> </a:t>
            </a:r>
            <a:r>
              <a:rPr lang="da-DK" dirty="0" err="1"/>
              <a:t>volum</a:t>
            </a:r>
            <a:r>
              <a:rPr lang="da-DK" dirty="0"/>
              <a:t> </a:t>
            </a:r>
            <a:r>
              <a:rPr lang="da-DK" dirty="0" err="1"/>
              <a:t>voluptatquae</a:t>
            </a:r>
            <a:r>
              <a:rPr lang="da-DK" dirty="0"/>
              <a:t> </a:t>
            </a:r>
            <a:r>
              <a:rPr lang="da-DK" dirty="0" err="1"/>
              <a:t>iusdam</a:t>
            </a:r>
            <a:r>
              <a:rPr lang="da-DK" dirty="0"/>
              <a:t> </a:t>
            </a:r>
            <a:r>
              <a:rPr lang="da-DK" dirty="0" err="1"/>
              <a:t>aut</a:t>
            </a:r>
            <a:r>
              <a:rPr lang="da-DK" dirty="0"/>
              <a:t> </a:t>
            </a:r>
            <a:r>
              <a:rPr lang="da-DK" dirty="0" err="1"/>
              <a:t>ditate</a:t>
            </a:r>
            <a:r>
              <a:rPr lang="da-DK" dirty="0"/>
              <a:t> et </a:t>
            </a:r>
            <a:r>
              <a:rPr lang="da-DK" dirty="0" err="1"/>
              <a:t>dolorru</a:t>
            </a:r>
            <a:r>
              <a:rPr lang="da-DK" dirty="0"/>
              <a:t> </a:t>
            </a:r>
            <a:r>
              <a:rPr lang="da-DK" dirty="0" err="1"/>
              <a:t>mquam</a:t>
            </a:r>
            <a:r>
              <a:rPr lang="da-DK" dirty="0"/>
              <a:t>, </a:t>
            </a:r>
            <a:r>
              <a:rPr lang="da-DK" dirty="0" err="1"/>
              <a:t>cuptur</a:t>
            </a:r>
            <a:r>
              <a:rPr lang="da-DK" dirty="0"/>
              <a:t> </a:t>
            </a:r>
            <a:r>
              <a:rPr lang="da-DK" dirty="0" err="1"/>
              <a:t>aliqui</a:t>
            </a:r>
            <a:r>
              <a:rPr lang="da-DK" dirty="0"/>
              <a:t> tempos </a:t>
            </a:r>
            <a:r>
              <a:rPr lang="da-DK" dirty="0" err="1"/>
              <a:t>provit</a:t>
            </a:r>
            <a:r>
              <a:rPr lang="da-DK" dirty="0"/>
              <a:t> </a:t>
            </a:r>
            <a:r>
              <a:rPr lang="da-DK" dirty="0" err="1"/>
              <a:t>qui</a:t>
            </a:r>
            <a:r>
              <a:rPr lang="da-DK" dirty="0"/>
              <a:t> </a:t>
            </a:r>
            <a:r>
              <a:rPr lang="da-DK" dirty="0" err="1"/>
              <a:t>testendam</a:t>
            </a:r>
            <a:r>
              <a:rPr lang="da-DK" dirty="0"/>
              <a:t> </a:t>
            </a:r>
            <a:r>
              <a:rPr lang="da-DK" dirty="0" err="1"/>
              <a:t>aut</a:t>
            </a:r>
            <a:r>
              <a:rPr lang="da-DK" dirty="0"/>
              <a:t> </a:t>
            </a:r>
            <a:r>
              <a:rPr lang="da-DK" dirty="0" err="1"/>
              <a:t>auda</a:t>
            </a:r>
            <a:r>
              <a:rPr lang="da-DK" dirty="0"/>
              <a:t> imi, is </a:t>
            </a:r>
            <a:r>
              <a:rPr lang="da-DK" dirty="0" err="1"/>
              <a:t>essequi</a:t>
            </a:r>
            <a:r>
              <a:rPr lang="da-DK" dirty="0"/>
              <a:t> </a:t>
            </a:r>
            <a:r>
              <a:rPr lang="da-DK" dirty="0" err="1"/>
              <a:t>bera</a:t>
            </a:r>
            <a:r>
              <a:rPr lang="da-DK" dirty="0"/>
              <a:t> </a:t>
            </a:r>
            <a:r>
              <a:rPr lang="da-DK" dirty="0" err="1"/>
              <a:t>vernate</a:t>
            </a:r>
            <a:r>
              <a:rPr lang="da-DK" dirty="0"/>
              <a:t> </a:t>
            </a:r>
            <a:r>
              <a:rPr lang="da-DK" dirty="0" err="1"/>
              <a:t>esto</a:t>
            </a:r>
            <a:r>
              <a:rPr lang="da-DK" dirty="0"/>
              <a:t> </a:t>
            </a:r>
            <a:r>
              <a:rPr lang="da-DK" dirty="0" err="1"/>
              <a:t>conse</a:t>
            </a:r>
            <a:r>
              <a:rPr lang="da-DK" dirty="0"/>
              <a:t> non </a:t>
            </a:r>
            <a:r>
              <a:rPr lang="da-DK" dirty="0" err="1"/>
              <a:t>consequi</a:t>
            </a:r>
            <a:r>
              <a:rPr lang="da-DK" dirty="0"/>
              <a:t> </a:t>
            </a:r>
            <a:r>
              <a:rPr lang="da-DK" dirty="0" err="1"/>
              <a:t>ducipic</a:t>
            </a:r>
            <a:r>
              <a:rPr lang="da-DK" dirty="0"/>
              <a:t> </a:t>
            </a:r>
            <a:r>
              <a:rPr lang="da-DK" dirty="0" err="1"/>
              <a:t>totaquo</a:t>
            </a:r>
            <a:endParaRPr lang="da-DK" dirty="0"/>
          </a:p>
        </p:txBody>
      </p:sp>
    </p:spTree>
    <p:extLst>
      <p:ext uri="{BB962C8B-B14F-4D97-AF65-F5344CB8AC3E}">
        <p14:creationId xmlns:p14="http://schemas.microsoft.com/office/powerpoint/2010/main" val="17253709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objects - Turquoise">
    <p:spTree>
      <p:nvGrpSpPr>
        <p:cNvPr id="1" name=""/>
        <p:cNvGrpSpPr/>
        <p:nvPr/>
      </p:nvGrpSpPr>
      <p:grpSpPr>
        <a:xfrm>
          <a:off x="0" y="0"/>
          <a:ext cx="0" cy="0"/>
          <a:chOff x="0" y="0"/>
          <a:chExt cx="0" cy="0"/>
        </a:xfrm>
      </p:grpSpPr>
      <p:sp>
        <p:nvSpPr>
          <p:cNvPr id="12" name="Rektangel 11"/>
          <p:cNvSpPr/>
          <p:nvPr userDrawn="1"/>
        </p:nvSpPr>
        <p:spPr>
          <a:xfrm>
            <a:off x="-1" y="6296025"/>
            <a:ext cx="12192001" cy="561975"/>
          </a:xfrm>
          <a:prstGeom prst="rect">
            <a:avLst/>
          </a:prstGeom>
          <a:solidFill>
            <a:srgbClr val="00A6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4" name="Pladsholder til indhold 3"/>
          <p:cNvSpPr>
            <a:spLocks noGrp="1"/>
          </p:cNvSpPr>
          <p:nvPr>
            <p:ph sz="half" idx="2"/>
          </p:nvPr>
        </p:nvSpPr>
        <p:spPr>
          <a:xfrm>
            <a:off x="5810249" y="1825625"/>
            <a:ext cx="5600700" cy="3739133"/>
          </a:xfrm>
          <a:blipFill>
            <a:blip r:embed="rId2"/>
            <a:stretch>
              <a:fillRect/>
            </a:stretch>
          </a:blipFill>
        </p:spPr>
        <p:txBody>
          <a:bodyPr/>
          <a:lstStyle/>
          <a:p>
            <a:pPr lvl="0"/>
            <a:r>
              <a:rPr lang="en-US"/>
              <a:t>Click to edit Master text styles</a:t>
            </a:r>
          </a:p>
        </p:txBody>
      </p:sp>
      <p:pic>
        <p:nvPicPr>
          <p:cNvPr id="8" name="Billede 7"/>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163174" y="627063"/>
            <a:ext cx="1247775" cy="561975"/>
          </a:xfrm>
          <a:prstGeom prst="rect">
            <a:avLst/>
          </a:prstGeom>
        </p:spPr>
      </p:pic>
      <p:sp>
        <p:nvSpPr>
          <p:cNvPr id="11" name="Titel 1"/>
          <p:cNvSpPr>
            <a:spLocks noGrp="1"/>
          </p:cNvSpPr>
          <p:nvPr>
            <p:ph type="title" hasCustomPrompt="1"/>
          </p:nvPr>
        </p:nvSpPr>
        <p:spPr>
          <a:xfrm>
            <a:off x="647700" y="427037"/>
            <a:ext cx="9343323" cy="1063625"/>
          </a:xfrm>
        </p:spPr>
        <p:txBody>
          <a:bodyPr>
            <a:normAutofit/>
          </a:bodyPr>
          <a:lstStyle>
            <a:lvl1pPr>
              <a:defRPr sz="4000" b="1">
                <a:solidFill>
                  <a:srgbClr val="00265A"/>
                </a:solidFill>
                <a:latin typeface="+mn-lt"/>
              </a:defRPr>
            </a:lvl1pPr>
          </a:lstStyle>
          <a:p>
            <a:r>
              <a:rPr lang="da-DK" dirty="0"/>
              <a:t>Slide </a:t>
            </a:r>
            <a:r>
              <a:rPr lang="da-DK" dirty="0" err="1"/>
              <a:t>title</a:t>
            </a:r>
            <a:endParaRPr lang="da-DK" dirty="0"/>
          </a:p>
        </p:txBody>
      </p:sp>
      <p:pic>
        <p:nvPicPr>
          <p:cNvPr id="9" name="Billede 8"/>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957733" y="6418914"/>
            <a:ext cx="2560542" cy="384081"/>
          </a:xfrm>
          <a:prstGeom prst="rect">
            <a:avLst/>
          </a:prstGeom>
        </p:spPr>
      </p:pic>
      <p:sp>
        <p:nvSpPr>
          <p:cNvPr id="10" name="Pladsholder til indhold 4"/>
          <p:cNvSpPr>
            <a:spLocks noGrp="1"/>
          </p:cNvSpPr>
          <p:nvPr>
            <p:ph sz="quarter" idx="11" hasCustomPrompt="1"/>
          </p:nvPr>
        </p:nvSpPr>
        <p:spPr>
          <a:xfrm>
            <a:off x="680720" y="1818640"/>
            <a:ext cx="3759200" cy="4338321"/>
          </a:xfrm>
        </p:spPr>
        <p:txBody>
          <a:bodyPr>
            <a:normAutofit/>
          </a:bodyPr>
          <a:lstStyle>
            <a:lvl1pPr>
              <a:defRPr sz="1300"/>
            </a:lvl1pPr>
          </a:lstStyle>
          <a:p>
            <a:r>
              <a:rPr lang="da-DK" dirty="0" err="1"/>
              <a:t>Aperibuscimod</a:t>
            </a:r>
            <a:r>
              <a:rPr lang="da-DK" dirty="0"/>
              <a:t> </a:t>
            </a:r>
            <a:r>
              <a:rPr lang="da-DK" dirty="0" err="1"/>
              <a:t>quatem</a:t>
            </a:r>
            <a:r>
              <a:rPr lang="da-DK" dirty="0"/>
              <a:t> lam </a:t>
            </a:r>
            <a:r>
              <a:rPr lang="da-DK" dirty="0" err="1"/>
              <a:t>faccullabor</a:t>
            </a:r>
            <a:r>
              <a:rPr lang="da-DK" dirty="0"/>
              <a:t> re </a:t>
            </a:r>
            <a:r>
              <a:rPr lang="da-DK" dirty="0" err="1"/>
              <a:t>quidit</a:t>
            </a:r>
            <a:r>
              <a:rPr lang="da-DK" dirty="0"/>
              <a:t> </a:t>
            </a:r>
            <a:r>
              <a:rPr lang="da-DK" dirty="0" err="1"/>
              <a:t>dolo</a:t>
            </a:r>
            <a:r>
              <a:rPr lang="da-DK" dirty="0"/>
              <a:t> </a:t>
            </a:r>
            <a:r>
              <a:rPr lang="da-DK" dirty="0" err="1"/>
              <a:t>quas</a:t>
            </a:r>
            <a:r>
              <a:rPr lang="da-DK" dirty="0"/>
              <a:t> ea nos et la </a:t>
            </a:r>
            <a:r>
              <a:rPr lang="da-DK" dirty="0" err="1"/>
              <a:t>velenim</a:t>
            </a:r>
            <a:r>
              <a:rPr lang="da-DK" dirty="0"/>
              <a:t> </a:t>
            </a:r>
            <a:r>
              <a:rPr lang="da-DK" dirty="0" err="1"/>
              <a:t>aximus</a:t>
            </a:r>
            <a:r>
              <a:rPr lang="da-DK" dirty="0"/>
              <a:t>, </a:t>
            </a:r>
            <a:r>
              <a:rPr lang="da-DK" dirty="0" err="1"/>
              <a:t>commosantur</a:t>
            </a:r>
            <a:r>
              <a:rPr lang="da-DK" dirty="0"/>
              <a:t>?</a:t>
            </a:r>
          </a:p>
          <a:p>
            <a:r>
              <a:rPr lang="da-DK" dirty="0" err="1"/>
              <a:t>Harios</a:t>
            </a:r>
            <a:r>
              <a:rPr lang="da-DK" dirty="0"/>
              <a:t> </a:t>
            </a:r>
            <a:r>
              <a:rPr lang="da-DK" dirty="0" err="1"/>
              <a:t>dollabo</a:t>
            </a:r>
            <a:r>
              <a:rPr lang="da-DK" dirty="0"/>
              <a:t>. Nam </a:t>
            </a:r>
            <a:r>
              <a:rPr lang="da-DK" dirty="0" err="1"/>
              <a:t>quis</a:t>
            </a:r>
            <a:r>
              <a:rPr lang="da-DK" dirty="0"/>
              <a:t> </a:t>
            </a:r>
            <a:r>
              <a:rPr lang="da-DK" dirty="0" err="1"/>
              <a:t>mollacc</a:t>
            </a:r>
            <a:r>
              <a:rPr lang="da-DK" dirty="0"/>
              <a:t> </a:t>
            </a:r>
            <a:r>
              <a:rPr lang="da-DK" dirty="0" err="1"/>
              <a:t>usapic</a:t>
            </a:r>
            <a:r>
              <a:rPr lang="da-DK" dirty="0"/>
              <a:t> to od et, </a:t>
            </a:r>
            <a:r>
              <a:rPr lang="da-DK" dirty="0" err="1"/>
              <a:t>que</a:t>
            </a:r>
            <a:r>
              <a:rPr lang="da-DK" dirty="0"/>
              <a:t> et </a:t>
            </a:r>
            <a:r>
              <a:rPr lang="da-DK" dirty="0" err="1"/>
              <a:t>aperore</a:t>
            </a:r>
            <a:r>
              <a:rPr lang="da-DK" dirty="0"/>
              <a:t>, </a:t>
            </a:r>
            <a:r>
              <a:rPr lang="da-DK" dirty="0" err="1"/>
              <a:t>cusandi</a:t>
            </a:r>
            <a:r>
              <a:rPr lang="da-DK" dirty="0"/>
              <a:t> </a:t>
            </a:r>
            <a:r>
              <a:rPr lang="da-DK" dirty="0" err="1"/>
              <a:t>aut</a:t>
            </a:r>
            <a:r>
              <a:rPr lang="da-DK" dirty="0"/>
              <a:t> </a:t>
            </a:r>
            <a:r>
              <a:rPr lang="da-DK" dirty="0" err="1"/>
              <a:t>pelicii</a:t>
            </a:r>
            <a:r>
              <a:rPr lang="da-DK" dirty="0"/>
              <a:t> </a:t>
            </a:r>
            <a:r>
              <a:rPr lang="da-DK" dirty="0" err="1"/>
              <a:t>stotam</a:t>
            </a:r>
            <a:r>
              <a:rPr lang="da-DK" dirty="0"/>
              <a:t> </a:t>
            </a:r>
            <a:r>
              <a:rPr lang="da-DK" dirty="0" err="1"/>
              <a:t>disciis</a:t>
            </a:r>
            <a:r>
              <a:rPr lang="da-DK" dirty="0"/>
              <a:t> si te pa </a:t>
            </a:r>
            <a:r>
              <a:rPr lang="da-DK" dirty="0" err="1"/>
              <a:t>voles</a:t>
            </a:r>
            <a:r>
              <a:rPr lang="da-DK" dirty="0"/>
              <a:t> </a:t>
            </a:r>
            <a:r>
              <a:rPr lang="da-DK" dirty="0" err="1"/>
              <a:t>esendi</a:t>
            </a:r>
            <a:r>
              <a:rPr lang="da-DK" dirty="0"/>
              <a:t> </a:t>
            </a:r>
            <a:r>
              <a:rPr lang="da-DK" dirty="0" err="1"/>
              <a:t>volupiet</a:t>
            </a:r>
            <a:r>
              <a:rPr lang="da-DK" dirty="0"/>
              <a:t> </a:t>
            </a:r>
            <a:r>
              <a:rPr lang="da-DK" dirty="0" err="1"/>
              <a:t>omnis</a:t>
            </a:r>
            <a:r>
              <a:rPr lang="da-DK" dirty="0"/>
              <a:t> </a:t>
            </a:r>
            <a:r>
              <a:rPr lang="da-DK" dirty="0" err="1"/>
              <a:t>enihili</a:t>
            </a:r>
            <a:r>
              <a:rPr lang="da-DK" dirty="0"/>
              <a:t> </a:t>
            </a:r>
            <a:r>
              <a:rPr lang="da-DK" dirty="0" err="1"/>
              <a:t>tatiandam</a:t>
            </a:r>
            <a:r>
              <a:rPr lang="da-DK" dirty="0"/>
              <a:t> et </a:t>
            </a:r>
            <a:r>
              <a:rPr lang="da-DK" dirty="0" err="1"/>
              <a:t>hari</a:t>
            </a:r>
            <a:r>
              <a:rPr lang="da-DK" dirty="0"/>
              <a:t> </a:t>
            </a:r>
            <a:r>
              <a:rPr lang="da-DK" dirty="0" err="1"/>
              <a:t>ate</a:t>
            </a:r>
            <a:r>
              <a:rPr lang="da-DK" dirty="0"/>
              <a:t> </a:t>
            </a:r>
            <a:r>
              <a:rPr lang="da-DK" dirty="0" err="1"/>
              <a:t>aut</a:t>
            </a:r>
            <a:r>
              <a:rPr lang="da-DK" dirty="0"/>
              <a:t> re peribus et </a:t>
            </a:r>
            <a:r>
              <a:rPr lang="da-DK" dirty="0" err="1"/>
              <a:t>ellabo</a:t>
            </a:r>
            <a:r>
              <a:rPr lang="da-DK" dirty="0"/>
              <a:t>. </a:t>
            </a:r>
            <a:r>
              <a:rPr lang="da-DK" dirty="0" err="1"/>
              <a:t>Um</a:t>
            </a:r>
            <a:r>
              <a:rPr lang="da-DK" dirty="0"/>
              <a:t> </a:t>
            </a:r>
            <a:r>
              <a:rPr lang="da-DK" dirty="0" err="1"/>
              <a:t>quat</a:t>
            </a:r>
            <a:r>
              <a:rPr lang="da-DK" dirty="0"/>
              <a:t>.</a:t>
            </a:r>
          </a:p>
          <a:p>
            <a:r>
              <a:rPr lang="da-DK" dirty="0" err="1"/>
              <a:t>Beaquamus</a:t>
            </a:r>
            <a:r>
              <a:rPr lang="da-DK" dirty="0"/>
              <a:t> </a:t>
            </a:r>
            <a:r>
              <a:rPr lang="da-DK" dirty="0" err="1"/>
              <a:t>quasin</a:t>
            </a:r>
            <a:r>
              <a:rPr lang="da-DK" dirty="0"/>
              <a:t> </a:t>
            </a:r>
            <a:r>
              <a:rPr lang="da-DK" dirty="0" err="1"/>
              <a:t>conseque</a:t>
            </a:r>
            <a:r>
              <a:rPr lang="da-DK" dirty="0"/>
              <a:t> </a:t>
            </a:r>
            <a:r>
              <a:rPr lang="da-DK" dirty="0" err="1"/>
              <a:t>commod</a:t>
            </a:r>
            <a:r>
              <a:rPr lang="da-DK" dirty="0"/>
              <a:t> </a:t>
            </a:r>
            <a:r>
              <a:rPr lang="da-DK" dirty="0" err="1"/>
              <a:t>quamenistrum</a:t>
            </a:r>
            <a:r>
              <a:rPr lang="da-DK" dirty="0"/>
              <a:t> </a:t>
            </a:r>
            <a:r>
              <a:rPr lang="da-DK" dirty="0" err="1"/>
              <a:t>ipsunto</a:t>
            </a:r>
            <a:r>
              <a:rPr lang="da-DK" dirty="0"/>
              <a:t> te </a:t>
            </a:r>
            <a:r>
              <a:rPr lang="da-DK" dirty="0" err="1"/>
              <a:t>volum</a:t>
            </a:r>
            <a:r>
              <a:rPr lang="da-DK" dirty="0"/>
              <a:t> re </a:t>
            </a:r>
            <a:r>
              <a:rPr lang="da-DK" dirty="0" err="1"/>
              <a:t>omnimpo</a:t>
            </a:r>
            <a:r>
              <a:rPr lang="da-DK" dirty="0"/>
              <a:t> </a:t>
            </a:r>
            <a:r>
              <a:rPr lang="da-DK" dirty="0" err="1"/>
              <a:t>reiciae</a:t>
            </a:r>
            <a:r>
              <a:rPr lang="da-DK" dirty="0"/>
              <a:t> </a:t>
            </a:r>
            <a:r>
              <a:rPr lang="da-DK" dirty="0" err="1"/>
              <a:t>ctiandi</a:t>
            </a:r>
            <a:r>
              <a:rPr lang="da-DK" dirty="0"/>
              <a:t> </a:t>
            </a:r>
            <a:r>
              <a:rPr lang="da-DK" dirty="0" err="1"/>
              <a:t>tatem</a:t>
            </a:r>
            <a:r>
              <a:rPr lang="da-DK" dirty="0"/>
              <a:t>. </a:t>
            </a:r>
            <a:r>
              <a:rPr lang="da-DK" dirty="0" err="1"/>
              <a:t>Olupiendis</a:t>
            </a:r>
            <a:r>
              <a:rPr lang="da-DK" dirty="0"/>
              <a:t> a </a:t>
            </a:r>
            <a:r>
              <a:rPr lang="da-DK" dirty="0" err="1"/>
              <a:t>parum</a:t>
            </a:r>
            <a:r>
              <a:rPr lang="da-DK" dirty="0"/>
              <a:t> </a:t>
            </a:r>
            <a:r>
              <a:rPr lang="da-DK" dirty="0" err="1"/>
              <a:t>eum</a:t>
            </a:r>
            <a:r>
              <a:rPr lang="da-DK" dirty="0"/>
              <a:t> </a:t>
            </a:r>
            <a:r>
              <a:rPr lang="da-DK" dirty="0" err="1"/>
              <a:t>inum</a:t>
            </a:r>
            <a:r>
              <a:rPr lang="da-DK" dirty="0"/>
              <a:t> </a:t>
            </a:r>
            <a:r>
              <a:rPr lang="da-DK" dirty="0" err="1"/>
              <a:t>quae</a:t>
            </a:r>
            <a:r>
              <a:rPr lang="da-DK" dirty="0"/>
              <a:t> ex et </a:t>
            </a:r>
            <a:r>
              <a:rPr lang="da-DK" dirty="0" err="1"/>
              <a:t>et</a:t>
            </a:r>
            <a:r>
              <a:rPr lang="da-DK" dirty="0"/>
              <a:t> </a:t>
            </a:r>
            <a:r>
              <a:rPr lang="da-DK" dirty="0" err="1"/>
              <a:t>dendis</a:t>
            </a:r>
            <a:r>
              <a:rPr lang="da-DK" dirty="0"/>
              <a:t> </a:t>
            </a:r>
            <a:r>
              <a:rPr lang="da-DK" dirty="0" err="1"/>
              <a:t>doluptatibus</a:t>
            </a:r>
            <a:r>
              <a:rPr lang="da-DK" dirty="0"/>
              <a:t> </a:t>
            </a:r>
            <a:r>
              <a:rPr lang="da-DK" dirty="0" err="1"/>
              <a:t>audignis</a:t>
            </a:r>
            <a:r>
              <a:rPr lang="da-DK" dirty="0"/>
              <a:t> </a:t>
            </a:r>
            <a:r>
              <a:rPr lang="da-DK" dirty="0" err="1"/>
              <a:t>apidel</a:t>
            </a:r>
            <a:r>
              <a:rPr lang="da-DK" dirty="0"/>
              <a:t> </a:t>
            </a:r>
            <a:r>
              <a:rPr lang="da-DK" dirty="0" err="1"/>
              <a:t>ipis</a:t>
            </a:r>
            <a:r>
              <a:rPr lang="da-DK" dirty="0"/>
              <a:t> et </a:t>
            </a:r>
            <a:r>
              <a:rPr lang="da-DK" dirty="0" err="1"/>
              <a:t>vellorr</a:t>
            </a:r>
            <a:r>
              <a:rPr lang="da-DK" dirty="0"/>
              <a:t> </a:t>
            </a:r>
            <a:r>
              <a:rPr lang="da-DK" dirty="0" err="1"/>
              <a:t>orporeiument</a:t>
            </a:r>
            <a:r>
              <a:rPr lang="da-DK" dirty="0"/>
              <a:t> </a:t>
            </a:r>
            <a:r>
              <a:rPr lang="da-DK" dirty="0" err="1"/>
              <a:t>quiste</a:t>
            </a:r>
            <a:r>
              <a:rPr lang="da-DK" dirty="0"/>
              <a:t> </a:t>
            </a:r>
            <a:r>
              <a:rPr lang="da-DK" dirty="0" err="1"/>
              <a:t>num</a:t>
            </a:r>
            <a:r>
              <a:rPr lang="da-DK" dirty="0"/>
              <a:t> </a:t>
            </a:r>
            <a:r>
              <a:rPr lang="da-DK" dirty="0" err="1"/>
              <a:t>volum</a:t>
            </a:r>
            <a:r>
              <a:rPr lang="da-DK" dirty="0"/>
              <a:t> </a:t>
            </a:r>
            <a:r>
              <a:rPr lang="da-DK" dirty="0" err="1"/>
              <a:t>voluptatquae</a:t>
            </a:r>
            <a:r>
              <a:rPr lang="da-DK" dirty="0"/>
              <a:t> </a:t>
            </a:r>
            <a:r>
              <a:rPr lang="da-DK" dirty="0" err="1"/>
              <a:t>iusdam</a:t>
            </a:r>
            <a:r>
              <a:rPr lang="da-DK" dirty="0"/>
              <a:t> </a:t>
            </a:r>
            <a:r>
              <a:rPr lang="da-DK" dirty="0" err="1"/>
              <a:t>aut</a:t>
            </a:r>
            <a:r>
              <a:rPr lang="da-DK" dirty="0"/>
              <a:t> </a:t>
            </a:r>
            <a:r>
              <a:rPr lang="da-DK" dirty="0" err="1"/>
              <a:t>ditate</a:t>
            </a:r>
            <a:r>
              <a:rPr lang="da-DK" dirty="0"/>
              <a:t> et </a:t>
            </a:r>
            <a:r>
              <a:rPr lang="da-DK" dirty="0" err="1"/>
              <a:t>dolorru</a:t>
            </a:r>
            <a:r>
              <a:rPr lang="da-DK" dirty="0"/>
              <a:t> </a:t>
            </a:r>
            <a:r>
              <a:rPr lang="da-DK" dirty="0" err="1"/>
              <a:t>mquam</a:t>
            </a:r>
            <a:r>
              <a:rPr lang="da-DK" dirty="0"/>
              <a:t>, </a:t>
            </a:r>
            <a:r>
              <a:rPr lang="da-DK" dirty="0" err="1"/>
              <a:t>cuptur</a:t>
            </a:r>
            <a:r>
              <a:rPr lang="da-DK" dirty="0"/>
              <a:t> </a:t>
            </a:r>
            <a:r>
              <a:rPr lang="da-DK" dirty="0" err="1"/>
              <a:t>aliqui</a:t>
            </a:r>
            <a:r>
              <a:rPr lang="da-DK" dirty="0"/>
              <a:t> tempos </a:t>
            </a:r>
            <a:r>
              <a:rPr lang="da-DK" dirty="0" err="1"/>
              <a:t>provit</a:t>
            </a:r>
            <a:r>
              <a:rPr lang="da-DK" dirty="0"/>
              <a:t> </a:t>
            </a:r>
            <a:r>
              <a:rPr lang="da-DK" dirty="0" err="1"/>
              <a:t>qui</a:t>
            </a:r>
            <a:r>
              <a:rPr lang="da-DK" dirty="0"/>
              <a:t> </a:t>
            </a:r>
            <a:r>
              <a:rPr lang="da-DK" dirty="0" err="1"/>
              <a:t>testendam</a:t>
            </a:r>
            <a:r>
              <a:rPr lang="da-DK" dirty="0"/>
              <a:t> </a:t>
            </a:r>
            <a:r>
              <a:rPr lang="da-DK" dirty="0" err="1"/>
              <a:t>aut</a:t>
            </a:r>
            <a:r>
              <a:rPr lang="da-DK" dirty="0"/>
              <a:t> </a:t>
            </a:r>
            <a:r>
              <a:rPr lang="da-DK" dirty="0" err="1"/>
              <a:t>auda</a:t>
            </a:r>
            <a:r>
              <a:rPr lang="da-DK" dirty="0"/>
              <a:t> imi, is </a:t>
            </a:r>
            <a:r>
              <a:rPr lang="da-DK" dirty="0" err="1"/>
              <a:t>essequi</a:t>
            </a:r>
            <a:r>
              <a:rPr lang="da-DK" dirty="0"/>
              <a:t> </a:t>
            </a:r>
            <a:r>
              <a:rPr lang="da-DK" dirty="0" err="1"/>
              <a:t>bera</a:t>
            </a:r>
            <a:r>
              <a:rPr lang="da-DK" dirty="0"/>
              <a:t> </a:t>
            </a:r>
            <a:r>
              <a:rPr lang="da-DK" dirty="0" err="1"/>
              <a:t>vernate</a:t>
            </a:r>
            <a:r>
              <a:rPr lang="da-DK" dirty="0"/>
              <a:t> </a:t>
            </a:r>
            <a:r>
              <a:rPr lang="da-DK" dirty="0" err="1"/>
              <a:t>esto</a:t>
            </a:r>
            <a:r>
              <a:rPr lang="da-DK" dirty="0"/>
              <a:t> </a:t>
            </a:r>
            <a:r>
              <a:rPr lang="da-DK" dirty="0" err="1"/>
              <a:t>conse</a:t>
            </a:r>
            <a:r>
              <a:rPr lang="da-DK" dirty="0"/>
              <a:t> non </a:t>
            </a:r>
            <a:r>
              <a:rPr lang="da-DK" dirty="0" err="1"/>
              <a:t>consequi</a:t>
            </a:r>
            <a:r>
              <a:rPr lang="da-DK" dirty="0"/>
              <a:t> </a:t>
            </a:r>
            <a:r>
              <a:rPr lang="da-DK" dirty="0" err="1"/>
              <a:t>ducipic</a:t>
            </a:r>
            <a:r>
              <a:rPr lang="da-DK" dirty="0"/>
              <a:t> </a:t>
            </a:r>
            <a:r>
              <a:rPr lang="da-DK" dirty="0" err="1"/>
              <a:t>totaquo</a:t>
            </a:r>
            <a:endParaRPr lang="da-DK" dirty="0"/>
          </a:p>
        </p:txBody>
      </p:sp>
    </p:spTree>
    <p:extLst>
      <p:ext uri="{BB962C8B-B14F-4D97-AF65-F5344CB8AC3E}">
        <p14:creationId xmlns:p14="http://schemas.microsoft.com/office/powerpoint/2010/main" val="27982657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pic>
        <p:nvPicPr>
          <p:cNvPr id="6" name="Billede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163174" y="627063"/>
            <a:ext cx="1247775" cy="561975"/>
          </a:xfrm>
          <a:prstGeom prst="rect">
            <a:avLst/>
          </a:prstGeom>
        </p:spPr>
      </p:pic>
      <p:sp>
        <p:nvSpPr>
          <p:cNvPr id="7" name="Titel 1"/>
          <p:cNvSpPr>
            <a:spLocks noGrp="1"/>
          </p:cNvSpPr>
          <p:nvPr>
            <p:ph type="title" hasCustomPrompt="1"/>
          </p:nvPr>
        </p:nvSpPr>
        <p:spPr>
          <a:xfrm>
            <a:off x="647700" y="427037"/>
            <a:ext cx="9343323" cy="1063625"/>
          </a:xfrm>
        </p:spPr>
        <p:txBody>
          <a:bodyPr>
            <a:normAutofit/>
          </a:bodyPr>
          <a:lstStyle>
            <a:lvl1pPr>
              <a:defRPr sz="4000" b="1">
                <a:solidFill>
                  <a:srgbClr val="00265A"/>
                </a:solidFill>
                <a:latin typeface="+mn-lt"/>
              </a:defRPr>
            </a:lvl1pPr>
          </a:lstStyle>
          <a:p>
            <a:r>
              <a:rPr lang="da-DK" dirty="0"/>
              <a:t>Slide </a:t>
            </a:r>
            <a:r>
              <a:rPr lang="da-DK" dirty="0" err="1"/>
              <a:t>title</a:t>
            </a:r>
            <a:endParaRPr lang="da-DK" dirty="0"/>
          </a:p>
        </p:txBody>
      </p:sp>
    </p:spTree>
    <p:extLst>
      <p:ext uri="{BB962C8B-B14F-4D97-AF65-F5344CB8AC3E}">
        <p14:creationId xmlns:p14="http://schemas.microsoft.com/office/powerpoint/2010/main" val="27811009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pic>
        <p:nvPicPr>
          <p:cNvPr id="5" name="Billede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163174" y="627063"/>
            <a:ext cx="1247775" cy="561975"/>
          </a:xfrm>
          <a:prstGeom prst="rect">
            <a:avLst/>
          </a:prstGeom>
        </p:spPr>
      </p:pic>
    </p:spTree>
    <p:extLst>
      <p:ext uri="{BB962C8B-B14F-4D97-AF65-F5344CB8AC3E}">
        <p14:creationId xmlns:p14="http://schemas.microsoft.com/office/powerpoint/2010/main" val="19061415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jp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0">
            <a:lum/>
          </a:blip>
          <a:srcRect/>
          <a:stretch>
            <a:fillRect/>
          </a:stretch>
        </a:blipFill>
        <a:effectLst/>
      </p:bgPr>
    </p:bg>
    <p:spTree>
      <p:nvGrpSpPr>
        <p:cNvPr id="1" name=""/>
        <p:cNvGrpSpPr/>
        <p:nvPr/>
      </p:nvGrpSpPr>
      <p:grpSpPr>
        <a:xfrm>
          <a:off x="0" y="0"/>
          <a:ext cx="0" cy="0"/>
          <a:chOff x="0" y="0"/>
          <a:chExt cx="0" cy="0"/>
        </a:xfrm>
      </p:grpSpPr>
      <p:sp>
        <p:nvSpPr>
          <p:cNvPr id="2" name="Pladsholder til titel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a-DK"/>
              <a:t>Klik for at redigere i master</a:t>
            </a:r>
          </a:p>
        </p:txBody>
      </p:sp>
      <p:sp>
        <p:nvSpPr>
          <p:cNvPr id="3" name="Pladsholder til tekst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a-DK" dirty="0"/>
              <a:t>Klik for at redigere i master</a:t>
            </a:r>
          </a:p>
          <a:p>
            <a:pPr lvl="1"/>
            <a:r>
              <a:rPr lang="da-DK" dirty="0"/>
              <a:t>Andet niveau</a:t>
            </a:r>
          </a:p>
          <a:p>
            <a:pPr lvl="2"/>
            <a:r>
              <a:rPr lang="da-DK" dirty="0"/>
              <a:t>Tredje niveau</a:t>
            </a:r>
          </a:p>
          <a:p>
            <a:pPr lvl="3"/>
            <a:r>
              <a:rPr lang="da-DK" dirty="0"/>
              <a:t>Fjerde niveau</a:t>
            </a:r>
          </a:p>
          <a:p>
            <a:pPr lvl="4"/>
            <a:r>
              <a:rPr lang="da-DK" dirty="0"/>
              <a:t>Femte niveau</a:t>
            </a:r>
          </a:p>
        </p:txBody>
      </p:sp>
      <p:sp>
        <p:nvSpPr>
          <p:cNvPr id="4" name="Pladsholder til dato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092D6F0-204A-4BC0-82EC-9EC76EE7100D}" type="datetimeFigureOut">
              <a:rPr lang="da-DK" smtClean="0"/>
              <a:t>23-09-2024</a:t>
            </a:fld>
            <a:endParaRPr lang="da-DK"/>
          </a:p>
        </p:txBody>
      </p:sp>
      <p:sp>
        <p:nvSpPr>
          <p:cNvPr id="5" name="Pladsholder til sidefod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da-DK"/>
          </a:p>
        </p:txBody>
      </p:sp>
      <p:sp>
        <p:nvSpPr>
          <p:cNvPr id="6" name="Pladsholder til slidenumm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844FF06-C454-4623-956E-1F8C554A9E70}" type="slidenum">
              <a:rPr lang="da-DK" smtClean="0"/>
              <a:t>‹#›</a:t>
            </a:fld>
            <a:endParaRPr lang="da-DK"/>
          </a:p>
        </p:txBody>
      </p:sp>
    </p:spTree>
    <p:extLst>
      <p:ext uri="{BB962C8B-B14F-4D97-AF65-F5344CB8AC3E}">
        <p14:creationId xmlns:p14="http://schemas.microsoft.com/office/powerpoint/2010/main" val="2069487236"/>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50" r:id="rId3"/>
    <p:sldLayoutId id="2147483652" r:id="rId4"/>
    <p:sldLayoutId id="2147483661" r:id="rId5"/>
    <p:sldLayoutId id="2147483662" r:id="rId6"/>
    <p:sldLayoutId id="2147483654" r:id="rId7"/>
    <p:sldLayoutId id="2147483655" r:id="rId8"/>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a-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hyperlink" Target="http://www.ices.dk/about-ICES/how-we-work/Pages/Code-of-conduct.aspx" TargetMode="Externa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8" Type="http://schemas.openxmlformats.org/officeDocument/2006/relationships/hyperlink" Target="mailto:Karolina.mollagazi@wur.nl" TargetMode="External"/><Relationship Id="rId3" Type="http://schemas.openxmlformats.org/officeDocument/2006/relationships/hyperlink" Target="mailto:Kibi@aqua.dtu.dk" TargetMode="External"/><Relationship Id="rId7" Type="http://schemas.openxmlformats.org/officeDocument/2006/relationships/hyperlink" Target="mailto:Jsv@aqua.dtu.dk" TargetMode="External"/><Relationship Id="rId2" Type="http://schemas.openxmlformats.org/officeDocument/2006/relationships/hyperlink" Target="mailto:Henrikkn@ices.dk" TargetMode="External"/><Relationship Id="rId1" Type="http://schemas.openxmlformats.org/officeDocument/2006/relationships/slideLayout" Target="../slideLayouts/slideLayout3.xml"/><Relationship Id="rId6" Type="http://schemas.openxmlformats.org/officeDocument/2006/relationships/hyperlink" Target="mailto:Liz.Clarke@gov.scot" TargetMode="External"/><Relationship Id="rId11" Type="http://schemas.openxmlformats.org/officeDocument/2006/relationships/hyperlink" Target="mailto:Jonathan.rault@ifremer.fr" TargetMode="External"/><Relationship Id="rId5" Type="http://schemas.openxmlformats.org/officeDocument/2006/relationships/hyperlink" Target="mailto:David.Currie@Marine.ie" TargetMode="External"/><Relationship Id="rId10" Type="http://schemas.openxmlformats.org/officeDocument/2006/relationships/hyperlink" Target="mailto:Msuska@mir.gdynia.pl" TargetMode="External"/><Relationship Id="rId4" Type="http://schemas.openxmlformats.org/officeDocument/2006/relationships/hyperlink" Target="mailto:Nuno.prista@slu.se" TargetMode="External"/><Relationship Id="rId9" Type="http://schemas.openxmlformats.org/officeDocument/2006/relationships/hyperlink" Target="mailto:acfernandes@ipma.pt"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hyperlink" Target="https://github.com/ices-tools-dev/RDBES" TargetMode="External"/><Relationship Id="rId2" Type="http://schemas.openxmlformats.org/officeDocument/2006/relationships/hyperlink" Target="https://community.ices.dk/ExpertGroups/WKRDBES-INTRO/_layouts/15/start.aspx#/SitePages/HomePage.aspx" TargetMode="External"/><Relationship Id="rId1" Type="http://schemas.openxmlformats.org/officeDocument/2006/relationships/slideLayout" Target="../slideLayouts/slideLayout3.xml"/><Relationship Id="rId6" Type="http://schemas.openxmlformats.org/officeDocument/2006/relationships/hyperlink" Target="mailto:RDBsupport@ices.dk" TargetMode="External"/><Relationship Id="rId5" Type="http://schemas.openxmlformats.org/officeDocument/2006/relationships/hyperlink" Target="https://github.com/ices-tools-dev/RDBES/issues" TargetMode="External"/><Relationship Id="rId4" Type="http://schemas.openxmlformats.org/officeDocument/2006/relationships/hyperlink" Target="https://vocab.ices.dk/"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Pladsholder til tekst 8"/>
          <p:cNvSpPr>
            <a:spLocks noGrp="1"/>
          </p:cNvSpPr>
          <p:nvPr>
            <p:ph type="body" sz="quarter" idx="12"/>
          </p:nvPr>
        </p:nvSpPr>
        <p:spPr>
          <a:xfrm>
            <a:off x="676276" y="3128211"/>
            <a:ext cx="9382124" cy="1872413"/>
          </a:xfrm>
        </p:spPr>
        <p:txBody>
          <a:bodyPr>
            <a:normAutofit/>
          </a:bodyPr>
          <a:lstStyle/>
          <a:p>
            <a:endParaRPr lang="en-GB" dirty="0"/>
          </a:p>
          <a:p>
            <a:r>
              <a:rPr lang="en-GB" dirty="0"/>
              <a:t>Henrik Kjems-Nielsen</a:t>
            </a:r>
          </a:p>
          <a:p>
            <a:r>
              <a:rPr lang="en-GB" dirty="0"/>
              <a:t>ICES Secretariat</a:t>
            </a:r>
          </a:p>
        </p:txBody>
      </p:sp>
      <p:pic>
        <p:nvPicPr>
          <p:cNvPr id="4" name="Billed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6275" y="5345359"/>
            <a:ext cx="1724025" cy="898278"/>
          </a:xfrm>
          <a:prstGeom prst="rect">
            <a:avLst/>
          </a:prstGeom>
        </p:spPr>
      </p:pic>
      <p:sp>
        <p:nvSpPr>
          <p:cNvPr id="10" name="Pladsholder til tekst 9"/>
          <p:cNvSpPr>
            <a:spLocks noGrp="1"/>
          </p:cNvSpPr>
          <p:nvPr>
            <p:ph type="body" sz="quarter" idx="10"/>
          </p:nvPr>
        </p:nvSpPr>
        <p:spPr>
          <a:xfrm>
            <a:off x="638174" y="769937"/>
            <a:ext cx="9220201" cy="2358273"/>
          </a:xfrm>
        </p:spPr>
        <p:txBody>
          <a:bodyPr/>
          <a:lstStyle/>
          <a:p>
            <a:r>
              <a:rPr lang="en-US" sz="4800" b="1" dirty="0"/>
              <a:t>Workshop on introduction to RDBES data submission </a:t>
            </a:r>
          </a:p>
          <a:p>
            <a:r>
              <a:rPr lang="en-US" sz="4800" b="1" dirty="0"/>
              <a:t>WKRDBES-INTRO3 </a:t>
            </a:r>
            <a:r>
              <a:rPr lang="en-GB" sz="4800" b="1" dirty="0"/>
              <a:t>2024</a:t>
            </a:r>
          </a:p>
        </p:txBody>
      </p:sp>
    </p:spTree>
    <p:extLst>
      <p:ext uri="{BB962C8B-B14F-4D97-AF65-F5344CB8AC3E}">
        <p14:creationId xmlns:p14="http://schemas.microsoft.com/office/powerpoint/2010/main" val="8367776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Resolutions</a:t>
            </a:r>
          </a:p>
        </p:txBody>
      </p:sp>
      <p:sp>
        <p:nvSpPr>
          <p:cNvPr id="3" name="Content Placeholder 2"/>
          <p:cNvSpPr>
            <a:spLocks noGrp="1"/>
          </p:cNvSpPr>
          <p:nvPr>
            <p:ph sz="quarter" idx="10"/>
          </p:nvPr>
        </p:nvSpPr>
        <p:spPr>
          <a:xfrm>
            <a:off x="680720" y="1534160"/>
            <a:ext cx="10895796" cy="4852518"/>
          </a:xfrm>
        </p:spPr>
        <p:txBody>
          <a:bodyPr>
            <a:normAutofit/>
          </a:bodyPr>
          <a:lstStyle/>
          <a:p>
            <a:pPr marL="514350" indent="-514350">
              <a:buFont typeface="+mj-lt"/>
              <a:buAutoNum type="alphaLcPeriod"/>
            </a:pPr>
            <a:r>
              <a:rPr lang="en-GB" sz="2800" dirty="0"/>
              <a:t>Describe and explain the RDBES data model to national data submitters and introduce participants to the necessary documentation for providing data.</a:t>
            </a:r>
          </a:p>
          <a:p>
            <a:pPr marL="514350" indent="-514350">
              <a:buFont typeface="+mj-lt"/>
              <a:buAutoNum type="alphaLcPeriod"/>
            </a:pPr>
            <a:r>
              <a:rPr lang="en-GB" sz="2800" dirty="0"/>
              <a:t>Arrange support sessions where participants can request expert guidance on adapting national data to the RDBES data model.</a:t>
            </a:r>
          </a:p>
        </p:txBody>
      </p:sp>
    </p:spTree>
    <p:extLst>
      <p:ext uri="{BB962C8B-B14F-4D97-AF65-F5344CB8AC3E}">
        <p14:creationId xmlns:p14="http://schemas.microsoft.com/office/powerpoint/2010/main" val="33142079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5840B6-69C4-4BF5-AD12-4861AAB7264D}"/>
              </a:ext>
            </a:extLst>
          </p:cNvPr>
          <p:cNvSpPr>
            <a:spLocks noGrp="1"/>
          </p:cNvSpPr>
          <p:nvPr>
            <p:ph type="title"/>
          </p:nvPr>
        </p:nvSpPr>
        <p:spPr/>
        <p:txBody>
          <a:bodyPr/>
          <a:lstStyle/>
          <a:p>
            <a:r>
              <a:rPr lang="en-US" dirty="0"/>
              <a:t>ICES Code of Conduct</a:t>
            </a:r>
            <a:endParaRPr lang="en-GB" dirty="0"/>
          </a:p>
        </p:txBody>
      </p:sp>
      <p:sp>
        <p:nvSpPr>
          <p:cNvPr id="3" name="Content Placeholder 2">
            <a:extLst>
              <a:ext uri="{FF2B5EF4-FFF2-40B4-BE49-F238E27FC236}">
                <a16:creationId xmlns:a16="http://schemas.microsoft.com/office/drawing/2014/main" id="{61778058-48A4-48D4-A305-65CB54EF5D6D}"/>
              </a:ext>
            </a:extLst>
          </p:cNvPr>
          <p:cNvSpPr>
            <a:spLocks noGrp="1"/>
          </p:cNvSpPr>
          <p:nvPr>
            <p:ph sz="quarter" idx="10"/>
          </p:nvPr>
        </p:nvSpPr>
        <p:spPr/>
        <p:txBody>
          <a:bodyPr/>
          <a:lstStyle/>
          <a:p>
            <a:pPr marL="342900" indent="-342900"/>
            <a:r>
              <a:rPr lang="en-US" sz="2000" dirty="0"/>
              <a:t>ICES Code of Conduct: </a:t>
            </a:r>
            <a:r>
              <a:rPr lang="en-IE" sz="2000" u="sng" dirty="0">
                <a:hlinkClick r:id="rId2"/>
              </a:rPr>
              <a:t>http://www.ices.dk/about-ICES/how-we-work/Pages/Code-of-conduct.aspx</a:t>
            </a:r>
            <a:endParaRPr lang="en-IE" sz="2000" u="sng" dirty="0"/>
          </a:p>
          <a:p>
            <a:pPr marL="342900" indent="-342900"/>
            <a:r>
              <a:rPr lang="en-US" sz="2000" dirty="0"/>
              <a:t>This code applies to all of us in this group as well as to the chairs.</a:t>
            </a:r>
          </a:p>
          <a:p>
            <a:pPr marL="342900" indent="-342900"/>
            <a:r>
              <a:rPr lang="en-US" sz="2000" dirty="0"/>
              <a:t>The code exists to ensure transparency and accountability in ICES work, to guarantee the impartiality of our work and protect ICES reputation as an impartial knowledge provider. </a:t>
            </a:r>
          </a:p>
          <a:p>
            <a:pPr marL="342900" indent="-342900"/>
            <a:r>
              <a:rPr lang="en-US" sz="2000" dirty="0"/>
              <a:t>The code requires that all of us should conduct ourselves, throughout this meeting and in relation to issues addressed at this meeting, in a manner consistent with scientific independence, integrity, and impartiality. </a:t>
            </a:r>
          </a:p>
          <a:p>
            <a:pPr marL="342900" indent="-342900"/>
            <a:r>
              <a:rPr lang="en-US" sz="2000" dirty="0"/>
              <a:t>The code also requires that we should also declare any Conflicts of Interest that may prevent us from acting with scientific independence, integrity, and impartiality. </a:t>
            </a:r>
          </a:p>
          <a:p>
            <a:pPr marL="342900" indent="-342900"/>
            <a:r>
              <a:rPr lang="en-US" sz="2000" dirty="0"/>
              <a:t>As chairs, we are therefore asking you to state immediately if, first, you have any Conflicts of Interest that prevent you from acting with scientific independence, integrity, and impartiality, and second, if you cannot abide by the Code of Conduct.</a:t>
            </a:r>
          </a:p>
          <a:p>
            <a:endParaRPr lang="en-GB" dirty="0"/>
          </a:p>
        </p:txBody>
      </p:sp>
    </p:spTree>
    <p:extLst>
      <p:ext uri="{BB962C8B-B14F-4D97-AF65-F5344CB8AC3E}">
        <p14:creationId xmlns:p14="http://schemas.microsoft.com/office/powerpoint/2010/main" val="21803819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The participants of the Core Group</a:t>
            </a:r>
          </a:p>
        </p:txBody>
      </p:sp>
      <p:sp>
        <p:nvSpPr>
          <p:cNvPr id="3" name="Content Placeholder 2"/>
          <p:cNvSpPr>
            <a:spLocks noGrp="1"/>
          </p:cNvSpPr>
          <p:nvPr>
            <p:ph sz="quarter" idx="10"/>
          </p:nvPr>
        </p:nvSpPr>
        <p:spPr>
          <a:xfrm>
            <a:off x="1030779" y="1313411"/>
            <a:ext cx="10643062" cy="5056909"/>
          </a:xfrm>
        </p:spPr>
        <p:txBody>
          <a:bodyPr>
            <a:normAutofit/>
          </a:bodyPr>
          <a:lstStyle/>
          <a:p>
            <a:r>
              <a:rPr lang="en-GB" sz="2000" dirty="0"/>
              <a:t>Henrik Kjems-Nielsen, ICES, chair			</a:t>
            </a:r>
            <a:r>
              <a:rPr lang="en-GB" sz="2000" dirty="0">
                <a:hlinkClick r:id="rId2"/>
              </a:rPr>
              <a:t>Henrikkn@ices.dk</a:t>
            </a:r>
            <a:endParaRPr lang="en-GB" sz="2000" dirty="0"/>
          </a:p>
          <a:p>
            <a:r>
              <a:rPr lang="en-GB" sz="2000" dirty="0"/>
              <a:t>Kirsten Birch Håkansson, DTU Aqua, Denmark	</a:t>
            </a:r>
            <a:r>
              <a:rPr lang="en-GB" sz="2000" u="sng" dirty="0">
                <a:hlinkClick r:id="rId3"/>
              </a:rPr>
              <a:t>Kibi@aqua.dtu.dk</a:t>
            </a:r>
            <a:r>
              <a:rPr lang="en-GB" sz="2000" u="sng" dirty="0"/>
              <a:t> </a:t>
            </a:r>
            <a:endParaRPr lang="en-GB" sz="2000" dirty="0"/>
          </a:p>
          <a:p>
            <a:r>
              <a:rPr lang="en-GB" sz="2000" dirty="0"/>
              <a:t>Nuno Prista, SLU Aqua, Sweden			</a:t>
            </a:r>
            <a:r>
              <a:rPr lang="en-GB" sz="2000" u="sng" dirty="0">
                <a:hlinkClick r:id="rId4"/>
              </a:rPr>
              <a:t>Nuno.prista@slu.se</a:t>
            </a:r>
            <a:r>
              <a:rPr lang="en-GB" sz="2000" u="sng" dirty="0"/>
              <a:t> </a:t>
            </a:r>
            <a:r>
              <a:rPr lang="en-GB" sz="2000" dirty="0"/>
              <a:t> </a:t>
            </a:r>
          </a:p>
          <a:p>
            <a:r>
              <a:rPr lang="en-GB" sz="2000" dirty="0"/>
              <a:t>David Currie, Marine Institute, Ireland		</a:t>
            </a:r>
            <a:r>
              <a:rPr lang="en-GB" sz="2000" u="sng" dirty="0">
                <a:hlinkClick r:id="rId5"/>
              </a:rPr>
              <a:t>David.Currie@Marine.ie</a:t>
            </a:r>
            <a:r>
              <a:rPr lang="en-GB" sz="2000" dirty="0"/>
              <a:t> </a:t>
            </a:r>
          </a:p>
          <a:p>
            <a:r>
              <a:rPr lang="en-GB" sz="2000" dirty="0"/>
              <a:t>Liz Clarke, Marine Scotland, Scotland		</a:t>
            </a:r>
            <a:r>
              <a:rPr lang="en-GB" sz="2000" dirty="0" err="1">
                <a:hlinkClick r:id="rId6"/>
              </a:rPr>
              <a:t>Liz.Clarke@gov.scot</a:t>
            </a:r>
            <a:r>
              <a:rPr lang="en-GB" sz="2000" dirty="0"/>
              <a:t> </a:t>
            </a:r>
          </a:p>
          <a:p>
            <a:r>
              <a:rPr lang="en-GB" sz="2000" dirty="0"/>
              <a:t>Josefine Egekvist, DTU Aqua, Denmark		</a:t>
            </a:r>
            <a:r>
              <a:rPr lang="en-GB" sz="2000" dirty="0">
                <a:hlinkClick r:id="rId7"/>
              </a:rPr>
              <a:t>Jsv@aqua.dtu.dk</a:t>
            </a:r>
            <a:r>
              <a:rPr lang="en-GB" sz="2000" dirty="0"/>
              <a:t> </a:t>
            </a:r>
          </a:p>
          <a:p>
            <a:r>
              <a:rPr lang="en-GB" sz="2000" dirty="0"/>
              <a:t>Karolina Molla Gazi, WUR, Netherlands	 	</a:t>
            </a:r>
            <a:r>
              <a:rPr lang="en-GB" sz="2000" u="sng" dirty="0">
                <a:hlinkClick r:id="rId8"/>
              </a:rPr>
              <a:t>Karolina.mollagazi@wur.nl</a:t>
            </a:r>
            <a:r>
              <a:rPr lang="en-GB" sz="2000" u="sng" dirty="0"/>
              <a:t>   </a:t>
            </a:r>
          </a:p>
          <a:p>
            <a:r>
              <a:rPr lang="en-GB" sz="2000" dirty="0"/>
              <a:t>Ana Claudia Fernandes, IPMA, Portugal		</a:t>
            </a:r>
            <a:r>
              <a:rPr lang="en-GB" sz="2000" dirty="0">
                <a:hlinkClick r:id="rId9"/>
              </a:rPr>
              <a:t>Acfernandes@ipma.pt</a:t>
            </a:r>
            <a:r>
              <a:rPr lang="en-GB" sz="2000" dirty="0"/>
              <a:t>  </a:t>
            </a:r>
          </a:p>
          <a:p>
            <a:r>
              <a:rPr lang="en-GB" sz="2000" dirty="0"/>
              <a:t>Marta Suska, MIR, Poland			</a:t>
            </a:r>
            <a:r>
              <a:rPr lang="en-GB" sz="2000" dirty="0">
                <a:hlinkClick r:id="rId10"/>
              </a:rPr>
              <a:t>Msuska@mir.gdynia.pl</a:t>
            </a:r>
            <a:r>
              <a:rPr lang="en-GB" sz="2000" dirty="0"/>
              <a:t> </a:t>
            </a:r>
          </a:p>
          <a:p>
            <a:r>
              <a:rPr lang="en-GB" sz="2000" dirty="0"/>
              <a:t>Jonathan Rault, </a:t>
            </a:r>
            <a:r>
              <a:rPr lang="en-GB" sz="2000" dirty="0" err="1"/>
              <a:t>ifremer</a:t>
            </a:r>
            <a:r>
              <a:rPr lang="en-GB" sz="2000" dirty="0"/>
              <a:t>, France 			</a:t>
            </a:r>
            <a:r>
              <a:rPr lang="en-GB" sz="2000" dirty="0">
                <a:hlinkClick r:id="rId11"/>
              </a:rPr>
              <a:t>Jonathan.rault@ifremer.fr</a:t>
            </a:r>
            <a:r>
              <a:rPr lang="en-GB" sz="2000" dirty="0"/>
              <a:t> </a:t>
            </a:r>
          </a:p>
          <a:p>
            <a:pPr marL="0" indent="0">
              <a:buNone/>
            </a:pPr>
            <a:r>
              <a:rPr lang="en-GB" sz="2000" dirty="0"/>
              <a:t>All countries can participate in the Core Group and contribute to the specifications and testing of the RDBES. </a:t>
            </a:r>
          </a:p>
        </p:txBody>
      </p:sp>
    </p:spTree>
    <p:extLst>
      <p:ext uri="{BB962C8B-B14F-4D97-AF65-F5344CB8AC3E}">
        <p14:creationId xmlns:p14="http://schemas.microsoft.com/office/powerpoint/2010/main" val="24176487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C13E23-892E-4428-8572-58C883AFC9F4}"/>
              </a:ext>
            </a:extLst>
          </p:cNvPr>
          <p:cNvSpPr>
            <a:spLocks noGrp="1"/>
          </p:cNvSpPr>
          <p:nvPr>
            <p:ph type="title"/>
          </p:nvPr>
        </p:nvSpPr>
        <p:spPr/>
        <p:txBody>
          <a:bodyPr/>
          <a:lstStyle/>
          <a:p>
            <a:r>
              <a:rPr lang="en-GB" dirty="0"/>
              <a:t>WK aim and structure</a:t>
            </a:r>
          </a:p>
        </p:txBody>
      </p:sp>
      <p:sp>
        <p:nvSpPr>
          <p:cNvPr id="3" name="Content Placeholder 2">
            <a:extLst>
              <a:ext uri="{FF2B5EF4-FFF2-40B4-BE49-F238E27FC236}">
                <a16:creationId xmlns:a16="http://schemas.microsoft.com/office/drawing/2014/main" id="{B5224198-1BAE-4D85-AD7E-B6B5722A3FE0}"/>
              </a:ext>
            </a:extLst>
          </p:cNvPr>
          <p:cNvSpPr>
            <a:spLocks noGrp="1"/>
          </p:cNvSpPr>
          <p:nvPr>
            <p:ph sz="quarter" idx="10"/>
          </p:nvPr>
        </p:nvSpPr>
        <p:spPr/>
        <p:txBody>
          <a:bodyPr>
            <a:normAutofit/>
          </a:bodyPr>
          <a:lstStyle/>
          <a:p>
            <a:r>
              <a:rPr lang="en-GB" sz="2000" dirty="0"/>
              <a:t>The workshop is aimed at data submitters, to introduce them for the RDBES data model. But an overview of how the RDBES fits in with the Transparent Assessment Framework, TAF will also be touched.</a:t>
            </a:r>
          </a:p>
          <a:p>
            <a:r>
              <a:rPr lang="en-GB" sz="2000" dirty="0"/>
              <a:t>The structure of the workshop is presentations the first day, and the first half of the second day. Then the 25 min. support sessions starts. In the morning of the third day, Thursday, we will have one presentation, then support sessions until 15:00 CEST, where we meet in plenum to summarise and evaluation, until the workshop ends at 16:00 CEST.</a:t>
            </a:r>
          </a:p>
          <a:p>
            <a:r>
              <a:rPr lang="en-GB" sz="2000" dirty="0"/>
              <a:t>Few countries have requested support sessions, so please raise you hand if you would like to book one.</a:t>
            </a:r>
          </a:p>
        </p:txBody>
      </p:sp>
    </p:spTree>
    <p:extLst>
      <p:ext uri="{BB962C8B-B14F-4D97-AF65-F5344CB8AC3E}">
        <p14:creationId xmlns:p14="http://schemas.microsoft.com/office/powerpoint/2010/main" val="2884310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896224-B341-46F1-9B53-BCE958B85BCE}"/>
              </a:ext>
            </a:extLst>
          </p:cNvPr>
          <p:cNvSpPr>
            <a:spLocks noGrp="1"/>
          </p:cNvSpPr>
          <p:nvPr>
            <p:ph type="title"/>
          </p:nvPr>
        </p:nvSpPr>
        <p:spPr/>
        <p:txBody>
          <a:bodyPr/>
          <a:lstStyle/>
          <a:p>
            <a:r>
              <a:rPr lang="en-GB" dirty="0"/>
              <a:t>WKRDBES-INTRO general information</a:t>
            </a:r>
          </a:p>
        </p:txBody>
      </p:sp>
      <p:sp>
        <p:nvSpPr>
          <p:cNvPr id="3" name="Content Placeholder 2">
            <a:extLst>
              <a:ext uri="{FF2B5EF4-FFF2-40B4-BE49-F238E27FC236}">
                <a16:creationId xmlns:a16="http://schemas.microsoft.com/office/drawing/2014/main" id="{5847A71A-3A97-4C7C-89A0-42820471498C}"/>
              </a:ext>
            </a:extLst>
          </p:cNvPr>
          <p:cNvSpPr>
            <a:spLocks noGrp="1"/>
          </p:cNvSpPr>
          <p:nvPr>
            <p:ph sz="quarter" idx="10"/>
          </p:nvPr>
        </p:nvSpPr>
        <p:spPr/>
        <p:txBody>
          <a:bodyPr>
            <a:normAutofit fontScale="92500" lnSpcReduction="20000"/>
          </a:bodyPr>
          <a:lstStyle/>
          <a:p>
            <a:r>
              <a:rPr lang="en-GB" sz="2600" dirty="0" err="1"/>
              <a:t>Sharepoint</a:t>
            </a:r>
            <a:r>
              <a:rPr lang="en-GB" sz="2600" dirty="0"/>
              <a:t> site:</a:t>
            </a:r>
          </a:p>
          <a:p>
            <a:pPr marL="457200" lvl="1" indent="0">
              <a:buNone/>
            </a:pPr>
            <a:r>
              <a:rPr lang="en-GB" sz="3000">
                <a:hlinkClick r:id="rId2"/>
              </a:rPr>
              <a:t>https</a:t>
            </a:r>
            <a:r>
              <a:rPr lang="en-GB" sz="3000" dirty="0">
                <a:hlinkClick r:id="rId2"/>
              </a:rPr>
              <a:t>://community.ices.dk/ExpertGroups/WKRDBES-INTRO/_layouts/15/start.aspx#/SitePages/HomePage.aspx</a:t>
            </a:r>
            <a:r>
              <a:rPr lang="en-GB" sz="3000" dirty="0"/>
              <a:t> </a:t>
            </a:r>
          </a:p>
          <a:p>
            <a:r>
              <a:rPr lang="en-GB" sz="2600" dirty="0"/>
              <a:t>Information on the data mode/format and documentation:</a:t>
            </a:r>
          </a:p>
          <a:p>
            <a:pPr marL="457200" lvl="1" indent="0">
              <a:buNone/>
            </a:pPr>
            <a:r>
              <a:rPr lang="en-GB" sz="3000" dirty="0">
                <a:hlinkClick r:id="rId3"/>
              </a:rPr>
              <a:t>https://github.com/ices-tools-dev/RDBES</a:t>
            </a:r>
            <a:endParaRPr lang="en-GB" sz="3000" dirty="0"/>
          </a:p>
          <a:p>
            <a:r>
              <a:rPr lang="en-GB" sz="2600" dirty="0"/>
              <a:t>Code lists:</a:t>
            </a:r>
          </a:p>
          <a:p>
            <a:pPr marL="457200" lvl="1" indent="0">
              <a:buNone/>
            </a:pPr>
            <a:r>
              <a:rPr lang="en-GB" sz="3100" dirty="0">
                <a:hlinkClick r:id="rId4"/>
              </a:rPr>
              <a:t>https://vocab.ices.dk/</a:t>
            </a:r>
            <a:r>
              <a:rPr lang="en-GB" sz="3100" dirty="0"/>
              <a:t> </a:t>
            </a:r>
          </a:p>
          <a:p>
            <a:r>
              <a:rPr lang="en-GB" sz="2600" dirty="0"/>
              <a:t>Issues regarding getting data into the right hierarchy etc.</a:t>
            </a:r>
          </a:p>
          <a:p>
            <a:pPr marL="457200" lvl="1" indent="0">
              <a:buNone/>
            </a:pPr>
            <a:r>
              <a:rPr lang="en-GB" sz="3000" dirty="0">
                <a:hlinkClick r:id="rId5"/>
              </a:rPr>
              <a:t>https://github.com/ices-tools-dev/RDBES/issues</a:t>
            </a:r>
            <a:endParaRPr lang="en-GB" sz="3000" dirty="0"/>
          </a:p>
          <a:p>
            <a:r>
              <a:rPr lang="en-GB" sz="2600" dirty="0"/>
              <a:t>Technical issues problems uploading files or missing codes etc.</a:t>
            </a:r>
          </a:p>
          <a:p>
            <a:pPr marL="457200" lvl="1" indent="0">
              <a:buNone/>
            </a:pPr>
            <a:r>
              <a:rPr lang="en-GB" sz="3000" dirty="0">
                <a:hlinkClick r:id="rId6"/>
              </a:rPr>
              <a:t>RDBsupport@ices.dk</a:t>
            </a:r>
            <a:endParaRPr lang="en-GB" sz="3000" dirty="0"/>
          </a:p>
          <a:p>
            <a:pPr marL="0" indent="0">
              <a:buNone/>
            </a:pPr>
            <a:endParaRPr lang="en-GB" sz="2000" dirty="0"/>
          </a:p>
        </p:txBody>
      </p:sp>
    </p:spTree>
    <p:extLst>
      <p:ext uri="{BB962C8B-B14F-4D97-AF65-F5344CB8AC3E}">
        <p14:creationId xmlns:p14="http://schemas.microsoft.com/office/powerpoint/2010/main" val="872634780"/>
      </p:ext>
    </p:extLst>
  </p:cSld>
  <p:clrMapOvr>
    <a:masterClrMapping/>
  </p:clrMapOvr>
</p:sld>
</file>

<file path=ppt/theme/theme1.xml><?xml version="1.0" encoding="utf-8"?>
<a:theme xmlns:a="http://schemas.openxmlformats.org/drawingml/2006/main" name="Office-tema">
  <a:themeElements>
    <a:clrScheme name="Kont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ont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ont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vert="horz" lIns="91440" tIns="45720" rIns="91440" bIns="45720" rtlCol="0" anchor="t">
        <a:noAutofit/>
      </a:bodyPr>
      <a:lstStyle>
        <a:defPPr>
          <a:defRPr sz="7000" dirty="0" err="1" smtClean="0">
            <a:solidFill>
              <a:schemeClr val="bg1"/>
            </a:solidFill>
            <a:latin typeface="+mn-lt"/>
          </a:defRPr>
        </a:defPPr>
      </a:lstStyle>
    </a:txDef>
  </a:objectDefaults>
  <a:extraClrSchemeLst/>
  <a:extLst>
    <a:ext uri="{05A4C25C-085E-4340-85A3-A5531E510DB2}">
      <thm15:themeFamily xmlns:thm15="http://schemas.microsoft.com/office/thememl/2012/main" name="21614 - Powerpoint_v8 [Read-Only]" id="{E328B5C0-2E05-43A3-AFF4-3FD2226CC58D}" vid="{48411100-B00E-4B38-8660-E8CE0F9E948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tema">
  <a:themeElements>
    <a:clrScheme name="Kont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ont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ont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518B484055E284C84386157274E17E1" ma:contentTypeVersion="1" ma:contentTypeDescription="Create a new document." ma:contentTypeScope="" ma:versionID="70f45ad91d3bcde0200e23bbdb530ae9">
  <xsd:schema xmlns:xsd="http://www.w3.org/2001/XMLSchema" xmlns:xs="http://www.w3.org/2001/XMLSchema" xmlns:p="http://schemas.microsoft.com/office/2006/metadata/properties" xmlns:ns2="4d5313c0-c1e6-4122-afa9-da1ccdba405d" xmlns:ns3="362c980f-4e38-4cca-bd06-5104ee5993c5" targetNamespace="http://schemas.microsoft.com/office/2006/metadata/properties" ma:root="true" ma:fieldsID="9f98ca6881a668db0da870722b40e1ec" ns2:_="" ns3:_="">
    <xsd:import namespace="4d5313c0-c1e6-4122-afa9-da1ccdba405d"/>
    <xsd:import namespace="362c980f-4e38-4cca-bd06-5104ee5993c5"/>
    <xsd:element name="properties">
      <xsd:complexType>
        <xsd:sequence>
          <xsd:element name="documentManagement">
            <xsd:complexType>
              <xsd:all>
                <xsd:element ref="ns2:TaxKeywordTaxHTField" minOccurs="0"/>
                <xsd:element ref="ns2:TaxCatchAll" minOccurs="0"/>
                <xsd:element ref="ns2:TaxCatchAllLabel" minOccurs="0"/>
                <xsd:element ref="ns3:SharedWithUser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d5313c0-c1e6-4122-afa9-da1ccdba405d" elementFormDefault="qualified">
    <xsd:import namespace="http://schemas.microsoft.com/office/2006/documentManagement/types"/>
    <xsd:import namespace="http://schemas.microsoft.com/office/infopath/2007/PartnerControls"/>
    <xsd:element name="TaxKeywordTaxHTField" ma:index="8" nillable="true" ma:taxonomy="true" ma:internalName="TaxKeywordTaxHTField" ma:taxonomyFieldName="TaxKeyword" ma:displayName="Enterprise Keywords" ma:readOnly="false" ma:fieldId="{23f27201-bee3-471e-b2e7-b64fd8b7ca38}" ma:taxonomyMulti="true" ma:sspId="d535ea34-4ec8-4f57-b85b-d8a79460f026" ma:termSetId="00000000-0000-0000-0000-000000000000" ma:anchorId="00000000-0000-0000-0000-000000000000" ma:open="true" ma:isKeyword="true">
      <xsd:complexType>
        <xsd:sequence>
          <xsd:element ref="pc:Terms" minOccurs="0" maxOccurs="1"/>
        </xsd:sequence>
      </xsd:complexType>
    </xsd:element>
    <xsd:element name="TaxCatchAll" ma:index="9" nillable="true" ma:displayName="Taxonomy Catch All Column" ma:hidden="true" ma:list="{b2cc2698-5fc4-4ff6-b1d3-64e75efa1efc}" ma:internalName="TaxCatchAll" ma:readOnly="false" ma:showField="CatchAllData" ma:web="4d5313c0-c1e6-4122-afa9-da1ccdba405d">
      <xsd:complexType>
        <xsd:complexContent>
          <xsd:extension base="dms:MultiChoiceLookup">
            <xsd:sequence>
              <xsd:element name="Value" type="dms:Lookup" maxOccurs="unbounded" minOccurs="0" nillable="true"/>
            </xsd:sequence>
          </xsd:extension>
        </xsd:complexContent>
      </xsd:complexType>
    </xsd:element>
    <xsd:element name="TaxCatchAllLabel" ma:index="10" nillable="true" ma:displayName="Taxonomy Catch All Column1" ma:hidden="true" ma:list="{b2cc2698-5fc4-4ff6-b1d3-64e75efa1efc}" ma:internalName="TaxCatchAllLabel" ma:readOnly="false" ma:showField="CatchAllDataLabel" ma:web="4d5313c0-c1e6-4122-afa9-da1ccdba405d">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362c980f-4e38-4cca-bd06-5104ee5993c5"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4d5313c0-c1e6-4122-afa9-da1ccdba405d"/>
    <TaxCatchAllLabel xmlns="4d5313c0-c1e6-4122-afa9-da1ccdba405d"/>
    <TaxKeywordTaxHTField xmlns="4d5313c0-c1e6-4122-afa9-da1ccdba405d">
      <Terms xmlns="http://schemas.microsoft.com/office/infopath/2007/PartnerControls"/>
    </TaxKeywordTaxHTField>
  </documentManagement>
</p:properties>
</file>

<file path=customXml/itemProps1.xml><?xml version="1.0" encoding="utf-8"?>
<ds:datastoreItem xmlns:ds="http://schemas.openxmlformats.org/officeDocument/2006/customXml" ds:itemID="{48314792-0E4D-49D6-AA05-D9B6B8285E7E}"/>
</file>

<file path=customXml/itemProps2.xml><?xml version="1.0" encoding="utf-8"?>
<ds:datastoreItem xmlns:ds="http://schemas.openxmlformats.org/officeDocument/2006/customXml" ds:itemID="{A45E93D2-CA8D-4E26-8320-CBE1D3C46428}"/>
</file>

<file path=customXml/itemProps3.xml><?xml version="1.0" encoding="utf-8"?>
<ds:datastoreItem xmlns:ds="http://schemas.openxmlformats.org/officeDocument/2006/customXml" ds:itemID="{93570BA3-017D-4F42-9359-F78FE3DB7805}"/>
</file>

<file path=docProps/app.xml><?xml version="1.0" encoding="utf-8"?>
<Properties xmlns="http://schemas.openxmlformats.org/officeDocument/2006/extended-properties" xmlns:vt="http://schemas.openxmlformats.org/officeDocument/2006/docPropsVTypes">
  <Template>2016 01 20 InterCatch and Regional DB How they work</Template>
  <TotalTime>33188</TotalTime>
  <Words>652</Words>
  <Application>Microsoft Office PowerPoint</Application>
  <PresentationFormat>Widescreen</PresentationFormat>
  <Paragraphs>42</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Calibri Light</vt:lpstr>
      <vt:lpstr>Office-tema</vt:lpstr>
      <vt:lpstr>PowerPoint Presentation</vt:lpstr>
      <vt:lpstr>Resolutions</vt:lpstr>
      <vt:lpstr>ICES Code of Conduct</vt:lpstr>
      <vt:lpstr>The participants of the Core Group</vt:lpstr>
      <vt:lpstr>WK aim and structure</vt:lpstr>
      <vt:lpstr>WKRDBES-INTRO general information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Henrik Kjems-Nielsen</dc:creator>
  <cp:lastModifiedBy>Henrik Kjems-Nielsen</cp:lastModifiedBy>
  <cp:revision>413</cp:revision>
  <dcterms:created xsi:type="dcterms:W3CDTF">2016-01-18T11:01:03Z</dcterms:created>
  <dcterms:modified xsi:type="dcterms:W3CDTF">2024-09-23T13:33:37Z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0x0101005518B484055E284C84386157274E17E1</vt:lpwstr>
  </property>
</Properties>
</file>